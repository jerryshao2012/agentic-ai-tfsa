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2.xml" ContentType="application/vnd.openxmlformats-officedocument.theme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3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4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theme/theme5.xml" ContentType="application/vnd.openxmlformats-officedocument.theme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theme/theme6.xml" ContentType="application/vnd.openxmlformats-officedocument.theme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theme/theme7.xml" ContentType="application/vnd.openxmlformats-officedocument.theme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theme/theme8.xml" ContentType="application/vnd.openxmlformats-officedocument.theme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theme/theme9.xml" ContentType="application/vnd.openxmlformats-officedocument.theme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theme/theme10.xml" ContentType="application/vnd.openxmlformats-officedocument.theme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0.xml" ContentType="application/vnd.openxmlformats-officedocument.presentationml.slideLayout+xml"/>
  <Override PartName="/ppt/theme/theme11.xml" ContentType="application/vnd.openxmlformats-officedocument.theme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529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201" r:id="rId1"/>
    <p:sldMasterId id="2147484850" r:id="rId2"/>
    <p:sldMasterId id="2147484897" r:id="rId3"/>
    <p:sldMasterId id="2147484957" r:id="rId4"/>
    <p:sldMasterId id="2147485050" r:id="rId5"/>
    <p:sldMasterId id="2147485286" r:id="rId6"/>
    <p:sldMasterId id="2147485333" r:id="rId7"/>
    <p:sldMasterId id="2147485380" r:id="rId8"/>
    <p:sldMasterId id="2147485425" r:id="rId9"/>
    <p:sldMasterId id="2147485471" r:id="rId10"/>
    <p:sldMasterId id="2147485535" r:id="rId11"/>
    <p:sldMasterId id="2147485591" r:id="rId12"/>
  </p:sldMasterIdLst>
  <p:notesMasterIdLst>
    <p:notesMasterId r:id="rId17"/>
  </p:notesMasterIdLst>
  <p:handoutMasterIdLst>
    <p:handoutMasterId r:id="rId18"/>
  </p:handoutMasterIdLst>
  <p:sldIdLst>
    <p:sldId id="433" r:id="rId13"/>
    <p:sldId id="2147483645" r:id="rId14"/>
    <p:sldId id="2147483644" r:id="rId15"/>
    <p:sldId id="2147483646" r:id="rId16"/>
  </p:sldIdLst>
  <p:sldSz cx="9144000" cy="5143500" type="screen16x9"/>
  <p:notesSz cx="7102475" cy="9388475"/>
  <p:custDataLst>
    <p:tags r:id="rId19"/>
  </p:custDataLst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97A9925-6C8C-7B27-C870-D3991C12F4BD}" name="Holly Vatter" initials="HV" userId="S::Holly.Vatter@ibm.com::9b9a9f6a-e6de-413c-9451-0634a9b73a97" providerId="AD"/>
  <p188:author id="{E0EC3E32-4B6A-0235-80C9-E8BDB019C837}" name="SHARON MULHALL" initials="SM" userId="LwXi69QieZ2bnQvlcUYLXxN0DaoXJ3w6q0JqlWoxzDo=" providerId="None"/>
  <p188:author id="{B4D7CB82-F2D0-5B2A-F71A-8D55B7DB77ED}" name="Betsy Greytok" initials="BG" userId="S::greytok@us.ibm.com::8a713844-329d-4b8e-824a-1faee6f4efd7" providerId="AD"/>
  <p188:author id="{5BF9588B-421F-4AAA-8CBB-D2FAD62201C1}" name="Julia Melamud" initials="JM" userId="S::jmelamud@us.ibm.com::d50d0e68-bbf2-41da-85ec-2b9c67aca29d" providerId="AD"/>
  <p188:author id="{13553794-6001-2882-9930-34958471900E}" name="Greg Mueller" initials="GM" userId="S::muellergj@us.ibm.com::bd56732b-7234-4fb1-904c-3b5570fb7a7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4870" autoAdjust="0"/>
    <p:restoredTop sz="97554" autoAdjust="0"/>
  </p:normalViewPr>
  <p:slideViewPr>
    <p:cSldViewPr snapToGrid="0" snapToObjects="1">
      <p:cViewPr varScale="1">
        <p:scale>
          <a:sx n="234" d="100"/>
          <a:sy n="234" d="100"/>
        </p:scale>
        <p:origin x="176" y="64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85" d="100"/>
        <a:sy n="8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27279" y="8937828"/>
            <a:ext cx="350389" cy="23471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53428" y="8937828"/>
            <a:ext cx="3787987" cy="23471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01825" y="234950"/>
            <a:ext cx="3298825" cy="1855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7279" y="2308002"/>
            <a:ext cx="6647917" cy="6324181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27775" marR="0" lvl="4" indent="-176679" algn="l" defTabSz="942289" rtl="0" eaLnBrk="1" fontAlgn="base" latinLnBrk="0" hangingPunct="1">
              <a:lnSpc>
                <a:spcPct val="100000"/>
              </a:lnSpc>
              <a:spcBef>
                <a:spcPts val="618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27279" y="8937828"/>
            <a:ext cx="350389" cy="23471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53428" y="8937828"/>
            <a:ext cx="3787987" cy="23471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90625" y="234950"/>
            <a:ext cx="4694238" cy="26400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214079" y="3107586"/>
            <a:ext cx="6647917" cy="4435817"/>
          </a:xfrm>
        </p:spPr>
        <p:txBody>
          <a:bodyPr/>
          <a:lstStyle/>
          <a:p>
            <a:r>
              <a:rPr lang="en-US" dirty="0">
                <a:latin typeface="IBM Plex Sans Light"/>
              </a:rPr>
              <a:t>A lightning-fast, few-slide walkthrough that shows how IBM watsonx Orchestrate turns raw business pain-points into production-grade AI agents. Demystifies the platform with a one-sentence mission and three core building blocks (Agent = LLM + Tools + Instructions). Contrasts a frustrating TFSA-banking chatbot today with a sleek, 30-second agentic future that slashes cost-per-session from $25 to $5. Peeks under the hood of the TFSA demo, revealing how a Classification Agent routes queries to specialized Policy, Calculation and Transaction Agents, then stitches their outputs into a single seamless answer. Distills the entire development cycle into a five-command recipe—from `pip install` to live chat—so any developer can launch an intelligent assistant in minutes.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ED4BD-07A4-0417-AC7A-F83B64224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r" defTabSz="1885175">
              <a:defRPr/>
            </a:pPr>
            <a:fld id="{6E2E38B8-B0B4-AD41-AC6E-B781F46A9FD3}" type="slidenum">
              <a:rPr lang="en-US">
                <a:solidFill>
                  <a:srgbClr val="000000"/>
                </a:solidFill>
                <a:latin typeface="IBM Plex Sans Light" panose="020B0503050203000203" pitchFamily="34" charset="0"/>
              </a:rPr>
              <a:pPr algn="r" defTabSz="1885175">
                <a:defRPr/>
              </a:pPr>
              <a:t>1</a:t>
            </a:fld>
            <a:endParaRPr lang="en-US" dirty="0">
              <a:solidFill>
                <a:srgbClr val="000000"/>
              </a:solidFill>
              <a:latin typeface="IBM Plex Sans Light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158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9E66E-4C2D-BFDA-906B-369D8674B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FA29C-0EE4-5CE3-8E77-3721A2409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2888" y="234950"/>
            <a:ext cx="6591300" cy="37084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0645D7-3E86-FB57-B7AA-91CA5FA7D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Mission: </a:t>
            </a:r>
            <a:r>
              <a:rPr lang="en-US" sz="10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Build AI agents that automate complex, multi-step business workflows and integrate securely with any system.</a:t>
            </a:r>
          </a:p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050" b="0" i="0" kern="0" dirty="0">
                <a:solidFill>
                  <a:srgbClr val="000000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 Light"/>
              </a:rPr>
              <a:t>An AI agent is an </a:t>
            </a:r>
            <a:r>
              <a:rPr lang="en-US" sz="1050" b="0" i="0" kern="0" dirty="0">
                <a:solidFill>
                  <a:schemeClr val="accent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 Light"/>
              </a:rPr>
              <a:t>autonomous</a:t>
            </a:r>
            <a:r>
              <a:rPr lang="en-US" sz="1050" b="0" i="0" kern="0" dirty="0">
                <a:solidFill>
                  <a:srgbClr val="000000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 Light"/>
              </a:rPr>
              <a:t> system that can use </a:t>
            </a:r>
            <a:r>
              <a:rPr lang="en-US" sz="1050" b="0" i="0" kern="0" dirty="0">
                <a:solidFill>
                  <a:schemeClr val="accent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 Light"/>
              </a:rPr>
              <a:t>tools</a:t>
            </a:r>
            <a:r>
              <a:rPr lang="en-US" sz="1050" b="0" i="0" kern="0" dirty="0">
                <a:solidFill>
                  <a:srgbClr val="000000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 Light"/>
              </a:rPr>
              <a:t> and collaborate with other agents to </a:t>
            </a:r>
            <a:r>
              <a:rPr lang="en-US" sz="1050" b="0" i="0" kern="0" dirty="0">
                <a:solidFill>
                  <a:schemeClr val="accent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 Light"/>
              </a:rPr>
              <a:t>plan</a:t>
            </a:r>
            <a:r>
              <a:rPr lang="en-US" sz="1050" b="0" i="0" kern="0" dirty="0">
                <a:solidFill>
                  <a:srgbClr val="000000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 Light"/>
              </a:rPr>
              <a:t> and </a:t>
            </a:r>
            <a:r>
              <a:rPr lang="en-US" sz="1050" b="0" i="0" kern="0" dirty="0">
                <a:solidFill>
                  <a:schemeClr val="accent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 Light"/>
              </a:rPr>
              <a:t>act</a:t>
            </a:r>
            <a:r>
              <a:rPr lang="en-US" sz="1050" b="0" i="0" kern="0" dirty="0">
                <a:solidFill>
                  <a:srgbClr val="000000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 Light"/>
              </a:rPr>
              <a:t> on tasks. After it acts, the agent </a:t>
            </a:r>
            <a:r>
              <a:rPr lang="en-US" sz="1050" b="0" i="0" kern="0" dirty="0">
                <a:solidFill>
                  <a:schemeClr val="accent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 Light"/>
              </a:rPr>
              <a:t>reflects</a:t>
            </a:r>
            <a:r>
              <a:rPr lang="en-US" sz="1050" b="0" i="0" kern="0" dirty="0">
                <a:solidFill>
                  <a:srgbClr val="000000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 Light"/>
              </a:rPr>
              <a:t> on the results of its actions, learning iteratively and refining its approach to better align with its defined objectives.</a:t>
            </a:r>
            <a:endParaRPr lang="en-US" sz="1050" b="1" dirty="0">
              <a:cs typeface="Arial" panose="020B0604020202020204" pitchFamily="34" charset="0"/>
            </a:endParaRPr>
          </a:p>
          <a:p>
            <a:pPr defTabSz="2438400">
              <a:buSzPct val="100000"/>
            </a:pPr>
            <a:r>
              <a:rPr lang="en-US" sz="1050" b="1" dirty="0">
                <a:cs typeface="Arial" panose="020B0604020202020204" pitchFamily="34" charset="0"/>
              </a:rPr>
              <a:t>Key Concepts</a:t>
            </a:r>
          </a:p>
          <a:p>
            <a:pPr marL="171450" indent="-171450" defTabSz="2438400">
              <a:buSzPct val="100000"/>
              <a:buFont typeface="Arial" panose="020B0604020202020204" pitchFamily="34" charset="0"/>
              <a:buChar char="•"/>
            </a:pPr>
            <a:r>
              <a:rPr lang="en-US" sz="1000" b="1" dirty="0">
                <a:cs typeface="Arial" panose="020B0604020202020204" pitchFamily="34" charset="0"/>
              </a:rPr>
              <a:t>Agent = LLM + Tools + Instructions</a:t>
            </a:r>
          </a:p>
          <a:p>
            <a:pPr marL="171450" indent="-171450" defTabSz="2438400">
              <a:buSzPct val="100000"/>
              <a:buFont typeface="Arial" panose="020B0604020202020204" pitchFamily="34" charset="0"/>
              <a:buChar char="•"/>
            </a:pPr>
            <a:r>
              <a:rPr lang="en-US" sz="1000" b="1" dirty="0">
                <a:cs typeface="Arial" panose="020B0604020202020204" pitchFamily="34" charset="0"/>
              </a:rPr>
              <a:t>Styles</a:t>
            </a:r>
            <a:r>
              <a:rPr lang="en-US" sz="1000" dirty="0">
                <a:cs typeface="Arial" panose="020B0604020202020204" pitchFamily="34" charset="0"/>
              </a:rPr>
              <a:t>: Default (fast), </a:t>
            </a:r>
            <a:r>
              <a:rPr lang="en-US" sz="1000" dirty="0" err="1">
                <a:cs typeface="Arial" panose="020B0604020202020204" pitchFamily="34" charset="0"/>
              </a:rPr>
              <a:t>ReAct</a:t>
            </a:r>
            <a:r>
              <a:rPr lang="en-US" sz="1000" dirty="0">
                <a:cs typeface="Arial" panose="020B0604020202020204" pitchFamily="34" charset="0"/>
              </a:rPr>
              <a:t> (reason-act), Plan-Act (pre-plan)  </a:t>
            </a:r>
          </a:p>
          <a:p>
            <a:pPr marL="171450" indent="-171450" defTabSz="2438400">
              <a:buSzPct val="100000"/>
              <a:buFont typeface="Arial" panose="020B0604020202020204" pitchFamily="34" charset="0"/>
              <a:buChar char="•"/>
            </a:pPr>
            <a:r>
              <a:rPr lang="en-US" sz="1000" b="1" dirty="0">
                <a:cs typeface="Arial" panose="020B0604020202020204" pitchFamily="34" charset="0"/>
              </a:rPr>
              <a:t>Orchestrator Agent</a:t>
            </a:r>
            <a:r>
              <a:rPr lang="en-US" sz="1000" dirty="0">
                <a:cs typeface="Arial" panose="020B0604020202020204" pitchFamily="34" charset="0"/>
              </a:rPr>
              <a:t> coordinates specialists for end-to-end tasks.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 dirty="0">
                <a:solidFill>
                  <a:srgbClr val="000000"/>
                </a:solidFill>
                <a:latin typeface="IBM Plex Sans Light"/>
                <a:sym typeface="IBM Plex Sans Light"/>
              </a:rPr>
              <a:t>The Orchestrator Agent is a multi-agent, multi-tool supervisor, router, and planner, facilitating complex task execution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47BE3-846A-CBE4-705A-7B87746AC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r" defTabSz="1885175">
              <a:defRPr/>
            </a:pPr>
            <a:fld id="{6E2E38B8-B0B4-AD41-AC6E-B781F46A9FD3}" type="slidenum">
              <a:rPr lang="en-US">
                <a:solidFill>
                  <a:srgbClr val="000000"/>
                </a:solidFill>
                <a:latin typeface="IBM Plex Sans Light" panose="020B0503050203000203" pitchFamily="34" charset="0"/>
              </a:rPr>
              <a:pPr algn="r" defTabSz="1885175">
                <a:defRPr/>
              </a:pPr>
              <a:t>2</a:t>
            </a:fld>
            <a:endParaRPr lang="en-US" dirty="0">
              <a:solidFill>
                <a:srgbClr val="000000"/>
              </a:solidFill>
              <a:latin typeface="IBM Plex Sans Light" panose="020B050305020300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552C28-6222-A9A6-5361-1354D91BE4A8}"/>
              </a:ext>
            </a:extLst>
          </p:cNvPr>
          <p:cNvSpPr txBox="1"/>
          <p:nvPr/>
        </p:nvSpPr>
        <p:spPr>
          <a:xfrm>
            <a:off x="9103112" y="2655839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58021" indent="-460375" defTabSz="2512771">
              <a:spcBef>
                <a:spcPts val="2988"/>
              </a:spcBef>
              <a:buSzPct val="100000"/>
              <a:buFontTx/>
              <a:buChar char="–"/>
              <a:defRPr/>
            </a:pPr>
            <a:endParaRPr lang="en-US" sz="3700" kern="0" dirty="0">
              <a:solidFill>
                <a:srgbClr val="000000"/>
              </a:solidFill>
              <a:latin typeface="IBM Plex Sans Light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209825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34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92E76-05B7-9F60-37FB-62382287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BA776-5F71-9A5C-F653-8AA0AC6F6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7890E-5917-AA64-8DCB-E980D5692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6BD1F-2021-EA84-2B21-7017CBEE3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5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7.xml"/></Relationships>
</file>

<file path=ppt/slideLayouts/_rels/slideLayout2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7.xml"/></Relationships>
</file>

<file path=ppt/slideLayouts/_rels/slideLayout2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7.xml"/></Relationships>
</file>

<file path=ppt/slideLayouts/_rels/slideLayout2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7.xml"/></Relationships>
</file>

<file path=ppt/slideLayouts/_rels/slideLayout2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7.xml"/></Relationships>
</file>

<file path=ppt/slideLayouts/_rels/slideLayout2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7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3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8.xml"/></Relationships>
</file>

<file path=ppt/slideLayouts/_rels/slideLayout3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8.xml"/></Relationships>
</file>

<file path=ppt/slideLayouts/_rels/slideLayout3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8.xml"/></Relationships>
</file>

<file path=ppt/slideLayouts/_rels/slideLayout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8.xml"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8.xml"/></Relationships>
</file>

<file path=ppt/slideLayouts/_rels/slideLayout3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8.xml"/></Relationships>
</file>

<file path=ppt/slideLayouts/_rels/slideLayout3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8.xml"/></Relationships>
</file>

<file path=ppt/slideLayouts/_rels/slideLayout3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8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3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8.xml"/></Relationships>
</file>

<file path=ppt/slideLayouts/_rels/slideLayout3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8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9.xml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9.xml"/></Relationships>
</file>

<file path=ppt/slideLayouts/_rels/slideLayout3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3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9.xml"/></Relationships>
</file>

<file path=ppt/slideLayouts/_rels/slideLayout3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9.xml"/></Relationships>
</file>

<file path=ppt/slideLayouts/_rels/slideLayout3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9.xml"/></Relationships>
</file>

<file path=ppt/slideLayouts/_rels/slideLayout3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9.xml"/></Relationships>
</file>

<file path=ppt/slideLayouts/_rels/slideLayout3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9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4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4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9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0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1.xml"/></Relationships>
</file>

<file path=ppt/slideLayouts/_rels/slideLayout4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1.xml"/></Relationships>
</file>

<file path=ppt/slideLayouts/_rels/slideLayout4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1.xml"/></Relationships>
</file>

<file path=ppt/slideLayouts/_rels/slideLayout4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4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1.xml"/></Relationships>
</file>

<file path=ppt/slideLayouts/_rels/slideLayout4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1.xml"/></Relationships>
</file>

<file path=ppt/slideLayouts/_rels/slideLayout4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1.xml"/></Relationships>
</file>

<file path=ppt/slideLayouts/_rels/slideLayout4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1.xml"/></Relationships>
</file>

<file path=ppt/slideLayouts/_rels/slideLayout4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1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1.xml"/></Relationships>
</file>

<file path=ppt/slideLayouts/_rels/slideLayout5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1.xml"/></Relationships>
</file>

<file path=ppt/slideLayouts/_rels/slideLayout5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1.xml"/></Relationships>
</file>

<file path=ppt/slideLayouts/_rels/slideLayout5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1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1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2.xml"/></Relationships>
</file>

<file path=ppt/slideLayouts/_rels/slideLayout5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12.xml"/></Relationships>
</file>

<file path=ppt/slideLayouts/_rels/slideLayout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9144000" cy="45005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5" y="157735"/>
            <a:ext cx="4143431" cy="2358033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095" y="4535350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5059" y="4535350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6275" y="4701045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06726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4286" tIns="34286" rIns="34286" bIns="34286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429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525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5" y="157735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1A05E1-C4FC-6CB8-4FF6-0C8D93ACE5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6275" y="4701045"/>
            <a:ext cx="614283" cy="2286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095" y="4535350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5059" y="4535350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3267694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5" y="157735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6B9281-0E53-739D-E17B-6D94770D30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6275" y="4701045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9950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5" y="157735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3095" y="4679429"/>
            <a:ext cx="4143431" cy="28575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2DCEBD-8062-3355-4A71-D28385043E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6275" y="4701045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9687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85690" y="213718"/>
            <a:ext cx="4142836" cy="471547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71" y="157734"/>
            <a:ext cx="3787410" cy="3929658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3360" y="4700356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648465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85690" y="213718"/>
            <a:ext cx="4142836" cy="471547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6" y="641747"/>
            <a:ext cx="3786885" cy="3501628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3096" y="214313"/>
            <a:ext cx="3786885" cy="214313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1E1290-FE86-28FE-CC32-A32973D2D1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3360" y="4700356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43597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6" y="168022"/>
            <a:ext cx="1858324" cy="1715095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5692" y="213719"/>
            <a:ext cx="1857132" cy="4286845"/>
          </a:xfrm>
        </p:spPr>
        <p:txBody>
          <a:bodyPr/>
          <a:lstStyle>
            <a:lvl1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72583" y="213719"/>
            <a:ext cx="1855943" cy="4286845"/>
          </a:xfrm>
        </p:spPr>
        <p:txBody>
          <a:bodyPr/>
          <a:lstStyle>
            <a:lvl1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7F4D3A79-AFC3-BF88-B6CC-E6183F615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5934" y="4837777"/>
            <a:ext cx="102592" cy="923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2DCF13-4170-1EDA-F05B-655609585EC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22201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5" y="168021"/>
            <a:ext cx="4143431" cy="1072158"/>
          </a:xfrm>
        </p:spPr>
        <p:txBody>
          <a:bodyPr rIns="457200"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B1796CE7-FE67-2667-09E7-6A5DEF68AE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5934" y="4837777"/>
            <a:ext cx="102592" cy="923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FA44BF-58DD-7FDA-8FF0-96DD7616B72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28053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142876"/>
            <a:ext cx="6427348" cy="3071813"/>
          </a:xfrm>
        </p:spPr>
        <p:txBody>
          <a:bodyPr/>
          <a:lstStyle>
            <a:lvl1pPr>
              <a:defRPr sz="645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0C9739F-E9DC-E9F7-C95C-1CC2D2A4AD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5934" y="4837777"/>
            <a:ext cx="102592" cy="923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59283E-393C-983A-4DEF-680312DA49C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58675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4" y="168021"/>
            <a:ext cx="3715458" cy="107215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8286" y="168022"/>
            <a:ext cx="4140238" cy="32152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 marL="219459" indent="-219459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2pPr>
            <a:lvl3pPr marL="411485" indent="-219459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3pPr>
            <a:lvl4pPr marL="658376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B8A15A1C-3CA6-9F1A-8EB1-9457489FC9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2A9BFF-2196-C7EB-8D92-65A91971211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63741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5" y="150876"/>
            <a:ext cx="5497589" cy="3643908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1AC698F3-E0DB-1FF3-7445-7480226D1D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5934" y="4837777"/>
            <a:ext cx="102592" cy="923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937611-FC61-E2BE-9D7D-38E4AAB40E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65622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3095" y="3486150"/>
            <a:ext cx="4143431" cy="1328738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9675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85690" y="3486150"/>
            <a:ext cx="4142836" cy="1328738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9675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CC6925-298E-960E-CA92-0BC8FB18CE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5690" y="213718"/>
            <a:ext cx="2857129" cy="235803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8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6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43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095" y="213718"/>
            <a:ext cx="2858318" cy="235803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8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6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43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1E6B91-2983-AF71-00DD-3FBCA7243F8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4572000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32478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87476" y="159931"/>
            <a:ext cx="1855943" cy="714971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71392" y="161120"/>
            <a:ext cx="1855943" cy="713780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99988" y="159922"/>
            <a:ext cx="1856539" cy="715467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1072158"/>
          </a:xfrm>
        </p:spPr>
        <p:txBody>
          <a:bodyPr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705BEB-F3AA-BF3A-70A5-738D5EE71F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8" y="4500564"/>
            <a:ext cx="1856539" cy="428625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54865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9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4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874901"/>
            <a:ext cx="1856539" cy="362739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2" y="875495"/>
            <a:ext cx="1857132" cy="362506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86028" y="874900"/>
            <a:ext cx="1857132" cy="362506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AAEFAA-EB42-1E87-74E6-FE0BC9198F8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92853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13095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476" y="150876"/>
            <a:ext cx="1855943" cy="2000846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E26407-6C5D-60C9-0C0E-7B195B9AB4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8" y="150877"/>
            <a:ext cx="4142836" cy="200084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1pPr>
            <a:lvl2pPr marL="294898" indent="-294898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2pPr>
            <a:lvl3pPr marL="562363" indent="-294898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3pPr>
            <a:lvl4pPr marL="857261" indent="-294898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5476" y="2428875"/>
            <a:ext cx="1855943" cy="2000250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9988" y="2428875"/>
            <a:ext cx="4142836" cy="20002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1pPr>
            <a:lvl2pPr marL="294898" indent="-294898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2pPr>
            <a:lvl3pPr marL="562363" indent="-294898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3pPr>
            <a:lvl4pPr marL="857261" indent="-294898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180B3-2893-7D56-D6DE-1FBBB98BCFF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74376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2499988" y="3071813"/>
            <a:ext cx="642853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2499988" y="1500188"/>
            <a:ext cx="642853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99988" y="154305"/>
            <a:ext cx="1856539" cy="1072158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1072158"/>
          </a:xfrm>
        </p:spPr>
        <p:txBody>
          <a:bodyPr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705BEB-F3AA-BF3A-70A5-738D5EE71F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8" y="4500564"/>
            <a:ext cx="1856539" cy="428625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0" y="213717"/>
            <a:ext cx="2857129" cy="107215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0" y="1643063"/>
            <a:ext cx="2857129" cy="10715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90" y="3214688"/>
            <a:ext cx="2857129" cy="10715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99988" y="1570482"/>
            <a:ext cx="1856539" cy="1071565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99989" y="3151251"/>
            <a:ext cx="1856537" cy="1071565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C83D42-3DD5-2001-8C3E-782B4D95A03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122318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3096" y="1285875"/>
            <a:ext cx="1858324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2" y="1285875"/>
            <a:ext cx="1857132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3" y="1285875"/>
            <a:ext cx="1859515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5F833F-819E-FEB3-6037-605097B842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10344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2" y="1285875"/>
            <a:ext cx="1857132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3" y="1285875"/>
            <a:ext cx="1859515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8" y="213719"/>
            <a:ext cx="1858324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4881" y="1285875"/>
            <a:ext cx="1856539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1FF02-34C5-308A-3988-828D780376C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1" y="1285875"/>
            <a:ext cx="0" cy="32146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4570261" y="1285875"/>
            <a:ext cx="0" cy="321640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6857108" y="1285875"/>
            <a:ext cx="0" cy="321640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814400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2" y="1285875"/>
            <a:ext cx="1857132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3" y="1285875"/>
            <a:ext cx="1859515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8" y="213719"/>
            <a:ext cx="1858324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92" y="213719"/>
            <a:ext cx="1857132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3" y="213719"/>
            <a:ext cx="1859515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E0B47-A14A-7711-58D6-E30775CBE07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2285701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4570261" y="21259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0251636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786408"/>
          </a:xfrm>
        </p:spPr>
        <p:txBody>
          <a:bodyPr/>
          <a:lstStyle>
            <a:lvl1pPr>
              <a:lnSpc>
                <a:spcPct val="110000"/>
              </a:lnSpc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676393-AEDE-7EDE-3939-625DBAB04E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3096" y="1285875"/>
            <a:ext cx="1858324" cy="150018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9770" y="1285875"/>
            <a:ext cx="185305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3" y="1285875"/>
            <a:ext cx="1857132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99988" y="213717"/>
            <a:ext cx="428569" cy="428030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90510" y="213717"/>
            <a:ext cx="428569" cy="428030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71392" y="214610"/>
            <a:ext cx="428569" cy="428030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2285701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4570261" y="21259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302285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150876"/>
            <a:ext cx="1855943" cy="428030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2" y="1285875"/>
            <a:ext cx="3785694" cy="3214688"/>
          </a:xfrm>
        </p:spPr>
        <p:txBody>
          <a:bodyPr/>
          <a:lstStyle>
            <a:lvl1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8" y="150876"/>
            <a:ext cx="1858324" cy="42803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050"/>
            </a:lvl2pPr>
            <a:lvl3pPr>
              <a:spcBef>
                <a:spcPts val="0"/>
              </a:spcBef>
              <a:defRPr sz="1050"/>
            </a:lvl3pPr>
            <a:lvl4pPr>
              <a:spcBef>
                <a:spcPts val="0"/>
              </a:spcBef>
              <a:defRPr sz="1050"/>
            </a:lvl4pPr>
            <a:lvl5pPr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648569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213718"/>
            <a:ext cx="2783986" cy="714971"/>
          </a:xfrm>
        </p:spPr>
        <p:txBody>
          <a:bodyPr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734B11-1656-9EAF-DD45-A5D6A33842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3096" y="1285875"/>
            <a:ext cx="3786885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2" y="1285875"/>
            <a:ext cx="378569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27510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7" y="168022"/>
            <a:ext cx="4141644" cy="1715095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4A615-A6A2-86F8-03A2-CEF572275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5692" y="213719"/>
            <a:ext cx="1857132" cy="4286845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71393" y="213719"/>
            <a:ext cx="1857132" cy="4286845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27820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7" y="213719"/>
            <a:ext cx="1857132" cy="1715095"/>
          </a:xfrm>
        </p:spPr>
        <p:txBody>
          <a:bodyPr/>
          <a:lstStyle>
            <a:lvl1pPr>
              <a:lnSpc>
                <a:spcPct val="10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4A615-A6A2-86F8-03A2-CEF572275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5692" y="213719"/>
            <a:ext cx="1857132" cy="4286845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71393" y="213719"/>
            <a:ext cx="1857132" cy="4286845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7186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168022"/>
            <a:ext cx="4139266" cy="1715095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551101-FB7D-9102-EFD1-3EDEE9F317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92" y="213719"/>
            <a:ext cx="1857132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3" y="213719"/>
            <a:ext cx="1859515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92" y="1285875"/>
            <a:ext cx="1857132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3775" y="1285875"/>
            <a:ext cx="1857132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102760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9"/>
            <a:ext cx="1855943" cy="1715095"/>
          </a:xfrm>
        </p:spPr>
        <p:txBody>
          <a:bodyPr rIns="0"/>
          <a:lstStyle>
            <a:lvl1pPr>
              <a:lnSpc>
                <a:spcPct val="10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551101-FB7D-9102-EFD1-3EDEE9F317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92" y="213719"/>
            <a:ext cx="1857132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3" y="213719"/>
            <a:ext cx="1859515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92" y="1285875"/>
            <a:ext cx="1857132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3775" y="1285875"/>
            <a:ext cx="1857132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726982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150876"/>
            <a:ext cx="1855943" cy="428030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2" y="1285875"/>
            <a:ext cx="1857132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3" y="1285875"/>
            <a:ext cx="1859515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8" y="150876"/>
            <a:ext cx="1858324" cy="42803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050"/>
            </a:lvl2pPr>
            <a:lvl3pPr>
              <a:lnSpc>
                <a:spcPct val="90000"/>
              </a:lnSpc>
              <a:spcBef>
                <a:spcPts val="0"/>
              </a:spcBef>
              <a:defRPr sz="1050"/>
            </a:lvl3pPr>
            <a:lvl4pPr>
              <a:lnSpc>
                <a:spcPct val="90000"/>
              </a:lnSpc>
              <a:spcBef>
                <a:spcPts val="0"/>
              </a:spcBef>
              <a:defRPr sz="1050"/>
            </a:lvl4pPr>
            <a:lvl5pPr>
              <a:lnSpc>
                <a:spcPct val="9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85689" y="213717"/>
            <a:ext cx="428569" cy="428030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71392" y="213717"/>
            <a:ext cx="428569" cy="428030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4570261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365978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1EAF36-C07D-DC5F-83A7-C84A1CC9D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3095" y="928688"/>
            <a:ext cx="2501177" cy="1143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8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6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43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0" y="928688"/>
            <a:ext cx="2499988" cy="1143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8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6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43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3094" y="3143250"/>
            <a:ext cx="2501179" cy="1143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8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6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43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91" y="3143250"/>
            <a:ext cx="2499988" cy="1143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8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6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43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13689" y="213717"/>
            <a:ext cx="429760" cy="428030"/>
          </a:xfrm>
        </p:spPr>
        <p:txBody>
          <a:bodyPr anchor="ctr"/>
          <a:lstStyle>
            <a:lvl1pPr algn="ctr">
              <a:defRPr sz="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85689" y="213717"/>
            <a:ext cx="428569" cy="428030"/>
          </a:xfrm>
        </p:spPr>
        <p:txBody>
          <a:bodyPr anchor="ctr"/>
          <a:lstStyle>
            <a:lvl1pPr algn="ctr">
              <a:defRPr sz="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13689" y="2428876"/>
            <a:ext cx="429760" cy="428625"/>
          </a:xfrm>
        </p:spPr>
        <p:txBody>
          <a:bodyPr anchor="ctr"/>
          <a:lstStyle>
            <a:lvl1pPr algn="ctr">
              <a:defRPr sz="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85689" y="2428876"/>
            <a:ext cx="428569" cy="428625"/>
          </a:xfrm>
        </p:spPr>
        <p:txBody>
          <a:bodyPr anchor="ctr"/>
          <a:lstStyle>
            <a:lvl1pPr algn="ctr">
              <a:defRPr sz="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 userDrawn="1"/>
        </p:nvCxnSpPr>
        <p:spPr bwMode="auto">
          <a:xfrm>
            <a:off x="4571404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 userDrawn="1"/>
        </p:nvCxnSpPr>
        <p:spPr bwMode="auto">
          <a:xfrm>
            <a:off x="213095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722869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7" y="641747"/>
            <a:ext cx="2142846" cy="853821"/>
          </a:xfrm>
        </p:spPr>
        <p:txBody>
          <a:bodyPr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92" y="213717"/>
            <a:ext cx="1857132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3" y="213717"/>
            <a:ext cx="1859515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92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1393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3096" y="213717"/>
            <a:ext cx="1858324" cy="428030"/>
          </a:xfrm>
        </p:spPr>
        <p:txBody>
          <a:bodyPr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6776669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572644"/>
            <a:ext cx="4141051" cy="853821"/>
          </a:xfrm>
        </p:spPr>
        <p:txBody>
          <a:bodyPr rIns="457200"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92" y="213717"/>
            <a:ext cx="1857132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3" y="213717"/>
            <a:ext cx="1859515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92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1393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3096" y="213717"/>
            <a:ext cx="1858324" cy="168021"/>
          </a:xfrm>
        </p:spPr>
        <p:txBody>
          <a:bodyPr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134214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6" y="213717"/>
            <a:ext cx="1858324" cy="1715095"/>
          </a:xfrm>
        </p:spPr>
        <p:txBody>
          <a:bodyPr/>
          <a:lstStyle>
            <a:lvl1pPr>
              <a:lnSpc>
                <a:spcPct val="10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D2EFD-B47D-5B95-E333-6FEC577D1B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476" y="2496219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8391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478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68332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5" y="168022"/>
            <a:ext cx="4143431" cy="1715095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D2EFD-B47D-5B95-E333-6FEC577D1B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476" y="2496219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8391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478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971986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1715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92" y="213717"/>
            <a:ext cx="1857132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3" y="213717"/>
            <a:ext cx="1859515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92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1393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499418" y="212598"/>
            <a:ext cx="1857132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499418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622176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1072158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B9E673-95F7-7EF4-87D5-476568C52D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8" y="500063"/>
            <a:ext cx="1856539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2" y="500063"/>
            <a:ext cx="1857132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1393" y="500063"/>
            <a:ext cx="1857132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9988" y="2786063"/>
            <a:ext cx="1856539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85690" y="2786062"/>
            <a:ext cx="1856539" cy="142225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71393" y="2786063"/>
            <a:ext cx="1857132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499987" y="205980"/>
            <a:ext cx="150857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85690" y="205980"/>
            <a:ext cx="150857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071393" y="205980"/>
            <a:ext cx="150857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499987" y="2510488"/>
            <a:ext cx="150857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785690" y="2510488"/>
            <a:ext cx="150857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071393" y="2510488"/>
            <a:ext cx="150857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2CDB94-BA57-B58F-95F0-D406FE34BB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4" y="2286000"/>
            <a:ext cx="664520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CBE6E3-0E18-8A57-578D-D314948AF14F}"/>
              </a:ext>
            </a:extLst>
          </p:cNvPr>
          <p:cNvCxnSpPr/>
          <p:nvPr userDrawn="1"/>
        </p:nvCxnSpPr>
        <p:spPr bwMode="auto">
          <a:xfrm>
            <a:off x="2285701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200B05-7E36-4E03-3739-0BA983764616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FF3B59-8BBA-8C99-9D4D-743723E434FC}"/>
              </a:ext>
            </a:extLst>
          </p:cNvPr>
          <p:cNvCxnSpPr/>
          <p:nvPr userDrawn="1"/>
        </p:nvCxnSpPr>
        <p:spPr bwMode="auto">
          <a:xfrm>
            <a:off x="4570261" y="21259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349090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168021"/>
            <a:ext cx="4139264" cy="1279922"/>
          </a:xfrm>
        </p:spPr>
        <p:txBody>
          <a:bodyPr rIns="457200"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DFF798-3B8E-1F19-EBBE-BEB7423129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2" y="213718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3775" y="213718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92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73775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1905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9989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15476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1" y="2286001"/>
            <a:ext cx="0" cy="221456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4570261" y="21259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92429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1279922"/>
          </a:xfrm>
        </p:spPr>
        <p:txBody>
          <a:bodyPr rIns="0"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DFF798-3B8E-1F19-EBBE-BEB7423129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2" y="213718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3775" y="213718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92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73775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1905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9989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15476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1" y="2286001"/>
            <a:ext cx="0" cy="221456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4570261" y="21259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843361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096" y="1285875"/>
            <a:ext cx="185832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3525DFF-EC8A-8C67-14A3-80DE024D87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85690" y="213718"/>
            <a:ext cx="4142836" cy="471547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20353803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3096" y="1285875"/>
            <a:ext cx="185832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285702" y="0"/>
            <a:ext cx="6858299" cy="5143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0544294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096" y="1285875"/>
            <a:ext cx="185832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499988" y="211932"/>
            <a:ext cx="6430919" cy="471725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335872529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5143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80437122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3095" y="213718"/>
            <a:ext cx="8715431" cy="4717851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79246521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3094" y="229552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5708" y="2295525"/>
            <a:ext cx="2140466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13094" y="357187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5708" y="3571875"/>
            <a:ext cx="2140466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13094" y="1000125"/>
            <a:ext cx="927376" cy="92868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85708" y="1000125"/>
            <a:ext cx="2140466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783309" y="229552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855922" y="2295525"/>
            <a:ext cx="2140466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83309" y="357187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55922" y="3571875"/>
            <a:ext cx="2140466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783309" y="100012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855922" y="1000125"/>
            <a:ext cx="2140466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359362514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1715095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2499988" y="213719"/>
            <a:ext cx="6428539" cy="428684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685468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118704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B28863-5461-63E4-5E4C-381DE7E84E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3096" y="213717"/>
            <a:ext cx="1858324" cy="1072158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1393" y="213719"/>
            <a:ext cx="1857132" cy="4286845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54865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9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4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14147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B28863-5461-63E4-5E4C-381DE7E84E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3096" y="213717"/>
            <a:ext cx="1858324" cy="1072158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1393" y="213719"/>
            <a:ext cx="1857132" cy="4286845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54865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9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4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5692" y="213719"/>
            <a:ext cx="1857132" cy="4286845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54865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9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4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</p:spTree>
    <p:extLst>
      <p:ext uri="{BB962C8B-B14F-4D97-AF65-F5344CB8AC3E}">
        <p14:creationId xmlns:p14="http://schemas.microsoft.com/office/powerpoint/2010/main" val="3327128788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31771" y="2319803"/>
            <a:ext cx="1295993" cy="51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948107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9144000" cy="45005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019"/>
            <a:ext cx="4143431" cy="2358033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6000" y="4533139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1488" y="4531777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3895" y="4697611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334149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1"/>
            <a:ext cx="9144000" cy="4500563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4286" tIns="34286" rIns="34286" bIns="34286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429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525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019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6000" y="4533139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1488" y="4531777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D12723-D775-EE21-95A9-8E6D8BA4DC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3895" y="4697611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835476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019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3895" y="4697611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03509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019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000" y="4673727"/>
            <a:ext cx="4143431" cy="28575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3895" y="4697611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800472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85690" y="213718"/>
            <a:ext cx="4142836" cy="471547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018"/>
            <a:ext cx="3787410" cy="3929658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6665" y="4697611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26012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85690" y="213718"/>
            <a:ext cx="4142836" cy="471547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1" y="572643"/>
            <a:ext cx="3786885" cy="3501628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6001" y="216028"/>
            <a:ext cx="3786885" cy="214313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6665" y="4697611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388274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1" y="144019"/>
            <a:ext cx="1858324" cy="1715095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5692" y="213719"/>
            <a:ext cx="1857132" cy="4286845"/>
          </a:xfrm>
        </p:spPr>
        <p:txBody>
          <a:bodyPr/>
          <a:lstStyle>
            <a:lvl1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72583" y="213719"/>
            <a:ext cx="1855943" cy="4286845"/>
          </a:xfrm>
        </p:spPr>
        <p:txBody>
          <a:bodyPr/>
          <a:lstStyle>
            <a:lvl1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12487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018"/>
            <a:ext cx="4143431" cy="1072158"/>
          </a:xfrm>
        </p:spPr>
        <p:txBody>
          <a:bodyPr rIns="457200"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943745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157735"/>
            <a:ext cx="6427348" cy="3071813"/>
          </a:xfrm>
        </p:spPr>
        <p:txBody>
          <a:bodyPr/>
          <a:lstStyle>
            <a:lvl1pPr>
              <a:defRPr sz="645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098311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1" y="144018"/>
            <a:ext cx="3715458" cy="107215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7097" y="168022"/>
            <a:ext cx="4140238" cy="32152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 marL="219459" indent="-219459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2pPr>
            <a:lvl3pPr marL="411485" indent="-219459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3pPr>
            <a:lvl4pPr marL="658376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270593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57734"/>
            <a:ext cx="5497589" cy="3643908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172392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6000" y="3487293"/>
            <a:ext cx="4143431" cy="1328738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9675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85690" y="3486150"/>
            <a:ext cx="4142836" cy="1328738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9675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5690" y="216028"/>
            <a:ext cx="2857129" cy="235803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8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6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43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5998" y="216028"/>
            <a:ext cx="2858318" cy="235803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8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6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43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4572000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747146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87476" y="159931"/>
            <a:ext cx="1855943" cy="714971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71392" y="161120"/>
            <a:ext cx="1855943" cy="713780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99988" y="161164"/>
            <a:ext cx="1856539" cy="715467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216027"/>
            <a:ext cx="1855943" cy="1072158"/>
          </a:xfrm>
        </p:spPr>
        <p:txBody>
          <a:bodyPr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8" y="4516041"/>
            <a:ext cx="1856539" cy="428625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54865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9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4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874901"/>
            <a:ext cx="1856539" cy="362739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2" y="875495"/>
            <a:ext cx="1857132" cy="362506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3" y="874900"/>
            <a:ext cx="1857132" cy="362506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762429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13095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476" y="150876"/>
            <a:ext cx="1855943" cy="2000846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8" y="150877"/>
            <a:ext cx="4142836" cy="200084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1pPr>
            <a:lvl2pPr marL="294898" indent="-294898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2pPr>
            <a:lvl3pPr marL="562363" indent="-294898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3pPr>
            <a:lvl4pPr marL="857261" indent="-294898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5476" y="2428875"/>
            <a:ext cx="1855943" cy="2000250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9988" y="2428875"/>
            <a:ext cx="4142836" cy="20002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1pPr>
            <a:lvl2pPr marL="294898" indent="-294898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2pPr>
            <a:lvl3pPr marL="562363" indent="-294898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3pPr>
            <a:lvl4pPr marL="857261" indent="-294898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79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2499988" y="3071813"/>
            <a:ext cx="642853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2499988" y="1500188"/>
            <a:ext cx="642853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99988" y="154305"/>
            <a:ext cx="1856539" cy="1072158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216027"/>
            <a:ext cx="1855943" cy="1072158"/>
          </a:xfrm>
        </p:spPr>
        <p:txBody>
          <a:bodyPr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8" y="4516041"/>
            <a:ext cx="1856539" cy="428625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0" y="216027"/>
            <a:ext cx="2857129" cy="107215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0" y="1643063"/>
            <a:ext cx="2857129" cy="10715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90" y="3214688"/>
            <a:ext cx="2857129" cy="10715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99988" y="1570482"/>
            <a:ext cx="1856539" cy="1071565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99989" y="3151251"/>
            <a:ext cx="1856537" cy="1071565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75730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21602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6001" y="1285875"/>
            <a:ext cx="1858324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2" y="1285875"/>
            <a:ext cx="1857132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3" y="1285875"/>
            <a:ext cx="1859515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159606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21602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2" y="1285875"/>
            <a:ext cx="1857132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3" y="1285875"/>
            <a:ext cx="1859515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8" y="216028"/>
            <a:ext cx="1858324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7261" y="1285875"/>
            <a:ext cx="1856539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1" y="1285875"/>
            <a:ext cx="0" cy="32146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4570261" y="1285875"/>
            <a:ext cx="0" cy="321640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6857108" y="1285875"/>
            <a:ext cx="0" cy="321640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658490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21602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2" y="1285875"/>
            <a:ext cx="1857132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3" y="1285875"/>
            <a:ext cx="1859515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8" y="216028"/>
            <a:ext cx="1858324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92" y="216028"/>
            <a:ext cx="1857132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3" y="216028"/>
            <a:ext cx="1859515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2285701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4570261" y="21259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80539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216027"/>
            <a:ext cx="1855943" cy="786408"/>
          </a:xfrm>
        </p:spPr>
        <p:txBody>
          <a:bodyPr/>
          <a:lstStyle>
            <a:lvl1pPr>
              <a:lnSpc>
                <a:spcPct val="110000"/>
              </a:lnSpc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6001" y="1285875"/>
            <a:ext cx="1858324" cy="150018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7389" y="1285875"/>
            <a:ext cx="185305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3" y="1285875"/>
            <a:ext cx="1857132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99989" y="216028"/>
            <a:ext cx="455998" cy="456057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90509" y="216028"/>
            <a:ext cx="455998" cy="456057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71393" y="216028"/>
            <a:ext cx="455998" cy="456057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2285701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4570261" y="21259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877315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018"/>
            <a:ext cx="1855943" cy="428030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2" y="1285875"/>
            <a:ext cx="3785694" cy="3214688"/>
          </a:xfrm>
        </p:spPr>
        <p:txBody>
          <a:bodyPr/>
          <a:lstStyle>
            <a:lvl1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418" y="144018"/>
            <a:ext cx="1858324" cy="42803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050"/>
            </a:lvl2pPr>
            <a:lvl3pPr>
              <a:spcBef>
                <a:spcPts val="0"/>
              </a:spcBef>
              <a:defRPr sz="1050"/>
            </a:lvl3pPr>
            <a:lvl4pPr>
              <a:spcBef>
                <a:spcPts val="0"/>
              </a:spcBef>
              <a:defRPr sz="1050"/>
            </a:lvl4pPr>
            <a:lvl5pPr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514199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216028"/>
            <a:ext cx="2783986" cy="714971"/>
          </a:xfrm>
        </p:spPr>
        <p:txBody>
          <a:bodyPr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6001" y="1285875"/>
            <a:ext cx="3786885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2" y="1285875"/>
            <a:ext cx="378569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209095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1" y="144019"/>
            <a:ext cx="4141644" cy="1715095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5692" y="216028"/>
            <a:ext cx="1857132" cy="4286845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71393" y="216028"/>
            <a:ext cx="1857132" cy="4286845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515531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1" y="216028"/>
            <a:ext cx="1857132" cy="1715095"/>
          </a:xfrm>
        </p:spPr>
        <p:txBody>
          <a:bodyPr/>
          <a:lstStyle>
            <a:lvl1pPr>
              <a:lnSpc>
                <a:spcPct val="10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5692" y="213719"/>
            <a:ext cx="1857132" cy="4286845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71393" y="213719"/>
            <a:ext cx="1857132" cy="4286845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692285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1" y="144019"/>
            <a:ext cx="4139266" cy="1715095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92" y="216028"/>
            <a:ext cx="1857132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3" y="216028"/>
            <a:ext cx="1859515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92" y="1285875"/>
            <a:ext cx="1857132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2584" y="1285875"/>
            <a:ext cx="1857132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068850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216028"/>
            <a:ext cx="1855943" cy="1715095"/>
          </a:xfrm>
        </p:spPr>
        <p:txBody>
          <a:bodyPr rIns="0"/>
          <a:lstStyle>
            <a:lvl1pPr>
              <a:lnSpc>
                <a:spcPct val="10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92" y="216028"/>
            <a:ext cx="1857132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3" y="216028"/>
            <a:ext cx="1859515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92" y="1285875"/>
            <a:ext cx="1857132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3775" y="1285875"/>
            <a:ext cx="1857132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849735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018"/>
            <a:ext cx="1855943" cy="428030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7244" y="1285875"/>
            <a:ext cx="1857132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2943" y="1285875"/>
            <a:ext cx="1859515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00607" y="144018"/>
            <a:ext cx="1858324" cy="42803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050"/>
            </a:lvl2pPr>
            <a:lvl3pPr>
              <a:lnSpc>
                <a:spcPct val="90000"/>
              </a:lnSpc>
              <a:spcBef>
                <a:spcPts val="0"/>
              </a:spcBef>
              <a:defRPr sz="1050"/>
            </a:lvl3pPr>
            <a:lvl4pPr>
              <a:lnSpc>
                <a:spcPct val="90000"/>
              </a:lnSpc>
              <a:spcBef>
                <a:spcPts val="0"/>
              </a:spcBef>
              <a:defRPr sz="1050"/>
            </a:lvl4pPr>
            <a:lvl5pPr>
              <a:lnSpc>
                <a:spcPct val="9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85690" y="216028"/>
            <a:ext cx="455998" cy="455423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7071392" y="216028"/>
            <a:ext cx="456633" cy="456057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4570261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621142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6000" y="929259"/>
            <a:ext cx="2501177" cy="1143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8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6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43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0" y="928688"/>
            <a:ext cx="2499988" cy="1143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8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6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43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5999" y="3144393"/>
            <a:ext cx="2501179" cy="1143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8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6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43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91" y="3143250"/>
            <a:ext cx="2499988" cy="1143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8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6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43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15999" y="216028"/>
            <a:ext cx="455998" cy="456057"/>
          </a:xfrm>
        </p:spPr>
        <p:txBody>
          <a:bodyPr anchor="ctr"/>
          <a:lstStyle>
            <a:lvl1pPr algn="ctr">
              <a:defRPr sz="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85690" y="216028"/>
            <a:ext cx="455998" cy="456057"/>
          </a:xfrm>
        </p:spPr>
        <p:txBody>
          <a:bodyPr anchor="ctr"/>
          <a:lstStyle>
            <a:lvl1pPr algn="ctr">
              <a:defRPr sz="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15999" y="2427733"/>
            <a:ext cx="455998" cy="456057"/>
          </a:xfrm>
        </p:spPr>
        <p:txBody>
          <a:bodyPr anchor="ctr"/>
          <a:lstStyle>
            <a:lvl1pPr algn="ctr">
              <a:defRPr sz="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85690" y="2428876"/>
            <a:ext cx="455998" cy="456057"/>
          </a:xfrm>
        </p:spPr>
        <p:txBody>
          <a:bodyPr anchor="ctr"/>
          <a:lstStyle>
            <a:lvl1pPr algn="ctr">
              <a:defRPr sz="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 userDrawn="1"/>
        </p:nvCxnSpPr>
        <p:spPr bwMode="auto">
          <a:xfrm>
            <a:off x="4571404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 userDrawn="1"/>
        </p:nvCxnSpPr>
        <p:spPr bwMode="auto">
          <a:xfrm>
            <a:off x="213095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057301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630937"/>
            <a:ext cx="2142846" cy="853821"/>
          </a:xfrm>
        </p:spPr>
        <p:txBody>
          <a:bodyPr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6262" y="216027"/>
            <a:ext cx="1857132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3" y="216027"/>
            <a:ext cx="1859515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92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1393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6001" y="216027"/>
            <a:ext cx="1858324" cy="428030"/>
          </a:xfrm>
        </p:spPr>
        <p:txBody>
          <a:bodyPr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744761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572644"/>
            <a:ext cx="4141051" cy="853821"/>
          </a:xfrm>
        </p:spPr>
        <p:txBody>
          <a:bodyPr rIns="457200"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92" y="213717"/>
            <a:ext cx="1857132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3" y="213717"/>
            <a:ext cx="1859515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92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1393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6001" y="216028"/>
            <a:ext cx="1858324" cy="168021"/>
          </a:xfrm>
        </p:spPr>
        <p:txBody>
          <a:bodyPr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75257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1" y="216028"/>
            <a:ext cx="1858324" cy="1715095"/>
          </a:xfrm>
        </p:spPr>
        <p:txBody>
          <a:bodyPr/>
          <a:lstStyle>
            <a:lvl1pPr>
              <a:lnSpc>
                <a:spcPct val="10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6000" y="2496312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8391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7287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049346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019"/>
            <a:ext cx="4143431" cy="1715095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6000" y="2496312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0772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7287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064148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216027"/>
            <a:ext cx="1855943" cy="1715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92" y="216027"/>
            <a:ext cx="1857132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3" y="216027"/>
            <a:ext cx="1859515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92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1393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499418" y="216027"/>
            <a:ext cx="1857132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00607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635052"/>
      </p:ext>
    </p:extLst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216027"/>
            <a:ext cx="1855943" cy="1072158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8" y="500063"/>
            <a:ext cx="1856539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2" y="500063"/>
            <a:ext cx="1857132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1393" y="500063"/>
            <a:ext cx="1857132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9988" y="2786063"/>
            <a:ext cx="1856539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85690" y="2786062"/>
            <a:ext cx="1856539" cy="142225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71393" y="2786063"/>
            <a:ext cx="1857132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499987" y="216028"/>
            <a:ext cx="150857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85690" y="216028"/>
            <a:ext cx="150857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071393" y="216028"/>
            <a:ext cx="150857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499987" y="2510488"/>
            <a:ext cx="150857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785690" y="2510488"/>
            <a:ext cx="150857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071393" y="2510488"/>
            <a:ext cx="150857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2CDB94-BA57-B58F-95F0-D406FE34BB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4" y="2286000"/>
            <a:ext cx="664520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CBE6E3-0E18-8A57-578D-D314948AF14F}"/>
              </a:ext>
            </a:extLst>
          </p:cNvPr>
          <p:cNvCxnSpPr/>
          <p:nvPr userDrawn="1"/>
        </p:nvCxnSpPr>
        <p:spPr bwMode="auto">
          <a:xfrm>
            <a:off x="2285701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200B05-7E36-4E03-3739-0BA983764616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FF3B59-8BBA-8C99-9D4D-743723E434FC}"/>
              </a:ext>
            </a:extLst>
          </p:cNvPr>
          <p:cNvCxnSpPr/>
          <p:nvPr userDrawn="1"/>
        </p:nvCxnSpPr>
        <p:spPr bwMode="auto">
          <a:xfrm>
            <a:off x="4570261" y="21259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289099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8" y="144018"/>
            <a:ext cx="4139264" cy="1279922"/>
          </a:xfrm>
        </p:spPr>
        <p:txBody>
          <a:bodyPr rIns="457200"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2" y="216027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2584" y="216027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92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72584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001" y="2499741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9989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15476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1" y="2286001"/>
            <a:ext cx="0" cy="221456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4570261" y="21259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901602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2" y="216027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2584" y="216027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92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72584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7534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9989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15476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1" y="2286001"/>
            <a:ext cx="0" cy="221456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4570261" y="21259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78139031-1DD1-820D-552A-D0E096F1146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96465" y="216027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7DE9AE-65E1-97A5-A5DB-90739D320F2F}"/>
              </a:ext>
            </a:extLst>
          </p:cNvPr>
          <p:cNvCxnSpPr/>
          <p:nvPr userDrawn="1"/>
        </p:nvCxnSpPr>
        <p:spPr bwMode="auto">
          <a:xfrm>
            <a:off x="2285701" y="21259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93A183CD-7C47-61DC-7045-586BAD641E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7534" y="223689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971716511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21602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6001" y="1285875"/>
            <a:ext cx="185832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85690" y="213718"/>
            <a:ext cx="4142836" cy="471547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809581727"/>
      </p:ext>
    </p:extLst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21602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9235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001" y="1285875"/>
            <a:ext cx="185832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285702" y="0"/>
            <a:ext cx="6858299" cy="5143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066905789"/>
      </p:ext>
    </p:extLst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21602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9235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6001" y="1285875"/>
            <a:ext cx="185832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499988" y="211932"/>
            <a:ext cx="6430919" cy="471725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671791452"/>
      </p:ext>
    </p:extLst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9235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5143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349563167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9235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3095" y="213718"/>
            <a:ext cx="8715431" cy="4717851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496098000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21602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5999" y="229552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5708" y="2295525"/>
            <a:ext cx="2140466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15999" y="357187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5708" y="3571875"/>
            <a:ext cx="2140466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15999" y="1000125"/>
            <a:ext cx="927376" cy="92868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85708" y="1000125"/>
            <a:ext cx="2140466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783309" y="229552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855922" y="2295525"/>
            <a:ext cx="2140466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83309" y="357187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55922" y="3571875"/>
            <a:ext cx="2140466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783309" y="100012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855922" y="1000125"/>
            <a:ext cx="2140466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202917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216028"/>
            <a:ext cx="1855943" cy="1715095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2499988" y="213719"/>
            <a:ext cx="6428539" cy="428684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742575"/>
      </p:ext>
    </p:extLst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001" y="144018"/>
            <a:ext cx="1858324" cy="1072158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1393" y="213719"/>
            <a:ext cx="1857132" cy="4286845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54865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9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4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967965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216028"/>
            <a:ext cx="1855943" cy="572643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946656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001" y="144018"/>
            <a:ext cx="1858324" cy="1072158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1393" y="213719"/>
            <a:ext cx="1857132" cy="4286845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54865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9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4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7857" y="4801791"/>
            <a:ext cx="1858324" cy="1428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5692" y="213719"/>
            <a:ext cx="1857132" cy="4286845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54865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9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4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4" y="4852064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96192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24004" y="2313174"/>
            <a:ext cx="1295993" cy="51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323806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9144000" cy="45005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5" y="157735"/>
            <a:ext cx="4143431" cy="2358033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095" y="4500564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5059" y="4500564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66990" y="4709380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96167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1"/>
            <a:ext cx="9144000" cy="4500563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4286" tIns="34286" rIns="34286" bIns="34286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429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525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5" y="157735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095" y="4500564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9988" y="4500564"/>
            <a:ext cx="1856539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66990" y="4709380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363479"/>
      </p:ext>
    </p:extLst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5" y="157735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66990" y="4709380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30998"/>
      </p:ext>
    </p:extLst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5" y="157735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66990" y="4709380"/>
            <a:ext cx="614283" cy="2286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3095" y="4681700"/>
            <a:ext cx="4143431" cy="28575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4051072"/>
      </p:ext>
    </p:extLst>
  </p:cSld>
  <p:clrMapOvr>
    <a:masterClrMapping/>
  </p:clrMapOvr>
  <p:transition spd="med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85690" y="213718"/>
            <a:ext cx="4142836" cy="471547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71" y="157734"/>
            <a:ext cx="3787410" cy="3929658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6592" y="4709380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107442"/>
      </p:ext>
    </p:extLst>
  </p:cSld>
  <p:clrMapOvr>
    <a:masterClrMapping/>
  </p:clrMapOvr>
  <p:transition spd="med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85690" y="213718"/>
            <a:ext cx="4142836" cy="471547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6" y="641747"/>
            <a:ext cx="3786885" cy="3501628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3096" y="214313"/>
            <a:ext cx="3786885" cy="214313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6592" y="4709380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56888"/>
      </p:ext>
    </p:extLst>
  </p:cSld>
  <p:clrMapOvr>
    <a:masterClrMapping/>
  </p:clrMapOvr>
  <p:transition spd="med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6" y="168022"/>
            <a:ext cx="1858324" cy="1715095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5692" y="213719"/>
            <a:ext cx="1857132" cy="4286845"/>
          </a:xfrm>
        </p:spPr>
        <p:txBody>
          <a:bodyPr/>
          <a:lstStyle>
            <a:lvl1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72583" y="213719"/>
            <a:ext cx="1855943" cy="4286845"/>
          </a:xfrm>
        </p:spPr>
        <p:txBody>
          <a:bodyPr/>
          <a:lstStyle>
            <a:lvl1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7F4D3A79-AFC3-BF88-B6CC-E6183F615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5934" y="4837777"/>
            <a:ext cx="102592" cy="923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2DCF13-4170-1EDA-F05B-655609585EC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620007"/>
      </p:ext>
    </p:extLst>
  </p:cSld>
  <p:clrMapOvr>
    <a:masterClrMapping/>
  </p:clrMapOvr>
  <p:transition spd="med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5" y="168021"/>
            <a:ext cx="4143431" cy="1072158"/>
          </a:xfrm>
        </p:spPr>
        <p:txBody>
          <a:bodyPr rIns="457200"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B1796CE7-FE67-2667-09E7-6A5DEF68AE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5934" y="4837777"/>
            <a:ext cx="102592" cy="923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FA44BF-58DD-7FDA-8FF0-96DD7616B72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25324"/>
      </p:ext>
    </p:extLst>
  </p:cSld>
  <p:clrMapOvr>
    <a:masterClrMapping/>
  </p:clrMapOvr>
  <p:transition spd="med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142876"/>
            <a:ext cx="6427348" cy="3071813"/>
          </a:xfrm>
        </p:spPr>
        <p:txBody>
          <a:bodyPr/>
          <a:lstStyle>
            <a:lvl1pPr>
              <a:defRPr sz="645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0C9739F-E9DC-E9F7-C95C-1CC2D2A4AD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5934" y="4837777"/>
            <a:ext cx="102592" cy="923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59283E-393C-983A-4DEF-680312DA49C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05975"/>
      </p:ext>
    </p:extLst>
  </p:cSld>
  <p:clrMapOvr>
    <a:masterClrMapping/>
  </p:clrMapOvr>
  <p:transition spd="med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4" y="168021"/>
            <a:ext cx="3715458" cy="107215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8286" y="168022"/>
            <a:ext cx="4140238" cy="32152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 marL="219459" indent="-219459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2pPr>
            <a:lvl3pPr marL="411485" indent="-219459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3pPr>
            <a:lvl4pPr marL="658376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B8A15A1C-3CA6-9F1A-8EB1-9457489FC9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2A9BFF-2196-C7EB-8D92-65A91971211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79982"/>
      </p:ext>
    </p:extLst>
  </p:cSld>
  <p:clrMapOvr>
    <a:masterClrMapping/>
  </p:clrMapOvr>
  <p:transition spd="med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5" y="150876"/>
            <a:ext cx="5497589" cy="3643908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1AC698F3-E0DB-1FF3-7445-7480226D1D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5934" y="4837777"/>
            <a:ext cx="102592" cy="923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937611-FC61-E2BE-9D7D-38E4AAB40E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43276"/>
      </p:ext>
    </p:extLst>
  </p:cSld>
  <p:clrMapOvr>
    <a:masterClrMapping/>
  </p:clrMapOvr>
  <p:transition spd="med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3095" y="3486150"/>
            <a:ext cx="4143431" cy="1328738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9675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85690" y="3486150"/>
            <a:ext cx="4142836" cy="1328738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9675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+00%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CC6925-298E-960E-CA92-0BC8FB18CE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5690" y="213718"/>
            <a:ext cx="2857129" cy="235803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8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6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43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095" y="213718"/>
            <a:ext cx="2858318" cy="235803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8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6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43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1E6B91-2983-AF71-00DD-3FBCA7243F8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4572000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08845"/>
      </p:ext>
    </p:extLst>
  </p:cSld>
  <p:clrMapOvr>
    <a:masterClrMapping/>
  </p:clrMapOvr>
  <p:transition spd="med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87476" y="159931"/>
            <a:ext cx="1855943" cy="714971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71392" y="161120"/>
            <a:ext cx="1855943" cy="713780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99988" y="159922"/>
            <a:ext cx="1856539" cy="715467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1072158"/>
          </a:xfrm>
        </p:spPr>
        <p:txBody>
          <a:bodyPr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705BEB-F3AA-BF3A-70A5-738D5EE71F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8" y="4500564"/>
            <a:ext cx="1856539" cy="428625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54865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9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4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874901"/>
            <a:ext cx="1856539" cy="362739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2" y="875495"/>
            <a:ext cx="1857132" cy="362506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86028" y="874900"/>
            <a:ext cx="1857132" cy="362506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AAEFAA-EB42-1E87-74E6-FE0BC9198F8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94522"/>
      </p:ext>
    </p:extLst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13095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476" y="150876"/>
            <a:ext cx="1855943" cy="2000846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1pPr>
          </a:lstStyle>
          <a:p>
            <a:r>
              <a:rPr lang="en-US"/>
              <a:t>+000%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E26407-6C5D-60C9-0C0E-7B195B9AB4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8" y="150877"/>
            <a:ext cx="4142836" cy="200084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1pPr>
            <a:lvl2pPr marL="294898" indent="-294898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2pPr>
            <a:lvl3pPr marL="562363" indent="-294898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3pPr>
            <a:lvl4pPr marL="857261" indent="-294898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5476" y="2428875"/>
            <a:ext cx="1855943" cy="2000250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9988" y="2428875"/>
            <a:ext cx="4142836" cy="20002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1pPr>
            <a:lvl2pPr marL="294898" indent="-294898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2pPr>
            <a:lvl3pPr marL="562363" indent="-294898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3pPr>
            <a:lvl4pPr marL="857261" indent="-294898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180B3-2893-7D56-D6DE-1FBBB98BCFF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141769"/>
      </p:ext>
    </p:extLst>
  </p:cSld>
  <p:clrMapOvr>
    <a:masterClrMapping/>
  </p:clrMapOvr>
  <p:transition spd="med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2499988" y="3071813"/>
            <a:ext cx="642853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2499988" y="1500188"/>
            <a:ext cx="642853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99988" y="154305"/>
            <a:ext cx="1856539" cy="1072158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1072158"/>
          </a:xfrm>
        </p:spPr>
        <p:txBody>
          <a:bodyPr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705BEB-F3AA-BF3A-70A5-738D5EE71F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8" y="4500564"/>
            <a:ext cx="1856539" cy="428625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0" y="213717"/>
            <a:ext cx="2857129" cy="107215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0" y="1643063"/>
            <a:ext cx="2857129" cy="10715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90" y="3214688"/>
            <a:ext cx="2857129" cy="10715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99988" y="1570482"/>
            <a:ext cx="1856539" cy="1071565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99989" y="3151251"/>
            <a:ext cx="1856537" cy="1071565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C83D42-3DD5-2001-8C3E-782B4D95A03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447841"/>
      </p:ext>
    </p:extLst>
  </p:cSld>
  <p:clrMapOvr>
    <a:masterClrMapping/>
  </p:clrMapOvr>
  <p:transition spd="med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3096" y="1285875"/>
            <a:ext cx="1858324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2" y="1285875"/>
            <a:ext cx="1857132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3" y="1285875"/>
            <a:ext cx="1859515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5F833F-819E-FEB3-6037-605097B842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89932"/>
      </p:ext>
    </p:extLst>
  </p:cSld>
  <p:clrMapOvr>
    <a:masterClrMapping/>
  </p:clrMapOvr>
  <p:transition spd="med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2" y="1285875"/>
            <a:ext cx="1857132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3" y="1285875"/>
            <a:ext cx="1859515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8" y="213719"/>
            <a:ext cx="1858324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4881" y="1285875"/>
            <a:ext cx="1856539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1FF02-34C5-308A-3988-828D780376C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1" y="1285875"/>
            <a:ext cx="0" cy="32146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4570261" y="1285875"/>
            <a:ext cx="0" cy="321640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6857108" y="1285875"/>
            <a:ext cx="0" cy="321640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937935"/>
      </p:ext>
    </p:extLst>
  </p:cSld>
  <p:clrMapOvr>
    <a:masterClrMapping/>
  </p:clrMapOvr>
  <p:transition spd="med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2" y="1285875"/>
            <a:ext cx="1857132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3" y="1285875"/>
            <a:ext cx="1859515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8" y="213719"/>
            <a:ext cx="1858324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92" y="213719"/>
            <a:ext cx="1857132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3" y="213719"/>
            <a:ext cx="1859515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E0B47-A14A-7711-58D6-E30775CBE07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2285701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4570261" y="21259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646423"/>
      </p:ext>
    </p:extLst>
  </p:cSld>
  <p:clrMapOvr>
    <a:masterClrMapping/>
  </p:clrMapOvr>
  <p:transition spd="med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786408"/>
          </a:xfrm>
        </p:spPr>
        <p:txBody>
          <a:bodyPr/>
          <a:lstStyle>
            <a:lvl1pPr>
              <a:lnSpc>
                <a:spcPct val="110000"/>
              </a:lnSpc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676393-AEDE-7EDE-3939-625DBAB04E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3096" y="1285875"/>
            <a:ext cx="1858324" cy="150018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9770" y="1285875"/>
            <a:ext cx="185305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3" y="1285875"/>
            <a:ext cx="1857132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99988" y="213717"/>
            <a:ext cx="428569" cy="428030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90510" y="213717"/>
            <a:ext cx="428569" cy="428030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71392" y="214610"/>
            <a:ext cx="428569" cy="428030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2285701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4570261" y="21259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696069"/>
      </p:ext>
    </p:extLst>
  </p:cSld>
  <p:clrMapOvr>
    <a:masterClrMapping/>
  </p:clrMapOvr>
  <p:transition spd="med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150876"/>
            <a:ext cx="1855943" cy="428030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2" y="1285875"/>
            <a:ext cx="3785694" cy="3214688"/>
          </a:xfrm>
        </p:spPr>
        <p:txBody>
          <a:bodyPr/>
          <a:lstStyle>
            <a:lvl1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8" y="150876"/>
            <a:ext cx="1858324" cy="42803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050"/>
            </a:lvl2pPr>
            <a:lvl3pPr>
              <a:spcBef>
                <a:spcPts val="0"/>
              </a:spcBef>
              <a:defRPr sz="1050"/>
            </a:lvl3pPr>
            <a:lvl4pPr>
              <a:spcBef>
                <a:spcPts val="0"/>
              </a:spcBef>
              <a:defRPr sz="1050"/>
            </a:lvl4pPr>
            <a:lvl5pPr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00554"/>
      </p:ext>
    </p:extLst>
  </p:cSld>
  <p:clrMapOvr>
    <a:masterClrMapping/>
  </p:clrMapOvr>
  <p:transition spd="med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213718"/>
            <a:ext cx="2783986" cy="714971"/>
          </a:xfrm>
        </p:spPr>
        <p:txBody>
          <a:bodyPr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734B11-1656-9EAF-DD45-A5D6A33842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3096" y="1285875"/>
            <a:ext cx="3786885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2" y="1285875"/>
            <a:ext cx="378569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8847"/>
      </p:ext>
    </p:extLst>
  </p:cSld>
  <p:clrMapOvr>
    <a:masterClrMapping/>
  </p:clrMapOvr>
  <p:transition spd="med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7" y="168022"/>
            <a:ext cx="4141644" cy="1715095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4A615-A6A2-86F8-03A2-CEF572275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5692" y="213719"/>
            <a:ext cx="1857132" cy="4286845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71393" y="213719"/>
            <a:ext cx="1857132" cy="4286845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738241"/>
      </p:ext>
    </p:extLst>
  </p:cSld>
  <p:clrMapOvr>
    <a:masterClrMapping/>
  </p:clrMapOvr>
  <p:transition spd="med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7" y="213719"/>
            <a:ext cx="1857132" cy="1715095"/>
          </a:xfrm>
        </p:spPr>
        <p:txBody>
          <a:bodyPr/>
          <a:lstStyle>
            <a:lvl1pPr>
              <a:lnSpc>
                <a:spcPct val="10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4A615-A6A2-86F8-03A2-CEF572275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5692" y="213719"/>
            <a:ext cx="1857132" cy="4286845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71393" y="213719"/>
            <a:ext cx="1857132" cy="4286845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87368"/>
      </p:ext>
    </p:extLst>
  </p:cSld>
  <p:clrMapOvr>
    <a:masterClrMapping/>
  </p:clrMapOvr>
  <p:transition spd="med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168022"/>
            <a:ext cx="4139266" cy="1715095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551101-FB7D-9102-EFD1-3EDEE9F317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92" y="213719"/>
            <a:ext cx="1857132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3" y="213719"/>
            <a:ext cx="1859515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92" y="1285875"/>
            <a:ext cx="1857132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3775" y="1285875"/>
            <a:ext cx="1857132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004421"/>
      </p:ext>
    </p:extLst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9"/>
            <a:ext cx="1855943" cy="1715095"/>
          </a:xfrm>
        </p:spPr>
        <p:txBody>
          <a:bodyPr rIns="0"/>
          <a:lstStyle>
            <a:lvl1pPr>
              <a:lnSpc>
                <a:spcPct val="10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551101-FB7D-9102-EFD1-3EDEE9F317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92" y="213719"/>
            <a:ext cx="1857132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3" y="213719"/>
            <a:ext cx="1859515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92" y="1285875"/>
            <a:ext cx="1857132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3775" y="1285875"/>
            <a:ext cx="1857132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62403"/>
      </p:ext>
    </p:extLst>
  </p:cSld>
  <p:clrMapOvr>
    <a:masterClrMapping/>
  </p:clrMapOvr>
  <p:transition spd="med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150876"/>
            <a:ext cx="1855943" cy="428030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2" y="1285875"/>
            <a:ext cx="1857132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3" y="1285875"/>
            <a:ext cx="1859515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1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2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3" indent="-68581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8" y="150876"/>
            <a:ext cx="1858324" cy="42803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050"/>
            </a:lvl2pPr>
            <a:lvl3pPr>
              <a:lnSpc>
                <a:spcPct val="90000"/>
              </a:lnSpc>
              <a:spcBef>
                <a:spcPts val="0"/>
              </a:spcBef>
              <a:defRPr sz="1050"/>
            </a:lvl3pPr>
            <a:lvl4pPr>
              <a:lnSpc>
                <a:spcPct val="90000"/>
              </a:lnSpc>
              <a:spcBef>
                <a:spcPts val="0"/>
              </a:spcBef>
              <a:defRPr sz="1050"/>
            </a:lvl4pPr>
            <a:lvl5pPr>
              <a:lnSpc>
                <a:spcPct val="9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85689" y="213717"/>
            <a:ext cx="428569" cy="428030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71392" y="213717"/>
            <a:ext cx="428569" cy="428030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4570261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221702"/>
      </p:ext>
    </p:extLst>
  </p:cSld>
  <p:clrMapOvr>
    <a:masterClrMapping/>
  </p:clrMapOvr>
  <p:transition spd="med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1EAF36-C07D-DC5F-83A7-C84A1CC9D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3095" y="928688"/>
            <a:ext cx="2501177" cy="1143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8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6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43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0" y="928688"/>
            <a:ext cx="2499988" cy="1143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8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6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43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3094" y="3143250"/>
            <a:ext cx="2501179" cy="1143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8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6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43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91" y="3143250"/>
            <a:ext cx="2499988" cy="1143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8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6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43" indent="-150878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13689" y="213717"/>
            <a:ext cx="429760" cy="428030"/>
          </a:xfrm>
        </p:spPr>
        <p:txBody>
          <a:bodyPr anchor="ctr"/>
          <a:lstStyle>
            <a:lvl1pPr algn="ctr">
              <a:defRPr sz="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85689" y="213717"/>
            <a:ext cx="428569" cy="428030"/>
          </a:xfrm>
        </p:spPr>
        <p:txBody>
          <a:bodyPr anchor="ctr"/>
          <a:lstStyle>
            <a:lvl1pPr algn="ctr">
              <a:defRPr sz="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13689" y="2428876"/>
            <a:ext cx="429760" cy="428625"/>
          </a:xfrm>
        </p:spPr>
        <p:txBody>
          <a:bodyPr anchor="ctr"/>
          <a:lstStyle>
            <a:lvl1pPr algn="ctr">
              <a:defRPr sz="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85689" y="2428876"/>
            <a:ext cx="428569" cy="428625"/>
          </a:xfrm>
        </p:spPr>
        <p:txBody>
          <a:bodyPr anchor="ctr"/>
          <a:lstStyle>
            <a:lvl1pPr algn="ctr">
              <a:defRPr sz="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 userDrawn="1"/>
        </p:nvCxnSpPr>
        <p:spPr bwMode="auto">
          <a:xfrm>
            <a:off x="4571404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 userDrawn="1"/>
        </p:nvCxnSpPr>
        <p:spPr bwMode="auto">
          <a:xfrm>
            <a:off x="213095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208412"/>
      </p:ext>
    </p:extLst>
  </p:cSld>
  <p:clrMapOvr>
    <a:masterClrMapping/>
  </p:clrMapOvr>
  <p:transition spd="med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7" y="641747"/>
            <a:ext cx="2142846" cy="853821"/>
          </a:xfrm>
        </p:spPr>
        <p:txBody>
          <a:bodyPr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92" y="213717"/>
            <a:ext cx="1857132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3" y="213717"/>
            <a:ext cx="1859515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92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1393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3096" y="213717"/>
            <a:ext cx="1858324" cy="428030"/>
          </a:xfrm>
        </p:spPr>
        <p:txBody>
          <a:bodyPr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3529395"/>
      </p:ext>
    </p:extLst>
  </p:cSld>
  <p:clrMapOvr>
    <a:masterClrMapping/>
  </p:clrMapOvr>
  <p:transition spd="med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572644"/>
            <a:ext cx="4141051" cy="853821"/>
          </a:xfrm>
        </p:spPr>
        <p:txBody>
          <a:bodyPr rIns="457200"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92" y="213717"/>
            <a:ext cx="1857132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3" y="213717"/>
            <a:ext cx="1859515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92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1393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3096" y="213717"/>
            <a:ext cx="1858324" cy="168021"/>
          </a:xfrm>
        </p:spPr>
        <p:txBody>
          <a:bodyPr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87973269"/>
      </p:ext>
    </p:extLst>
  </p:cSld>
  <p:clrMapOvr>
    <a:masterClrMapping/>
  </p:clrMapOvr>
  <p:transition spd="med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6" y="213717"/>
            <a:ext cx="1858324" cy="1715095"/>
          </a:xfrm>
        </p:spPr>
        <p:txBody>
          <a:bodyPr/>
          <a:lstStyle>
            <a:lvl1pPr>
              <a:lnSpc>
                <a:spcPct val="10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D2EFD-B47D-5B95-E333-6FEC577D1B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476" y="2496219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8391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478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959121"/>
      </p:ext>
    </p:extLst>
  </p:cSld>
  <p:clrMapOvr>
    <a:masterClrMapping/>
  </p:clrMapOvr>
  <p:transition spd="med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5" y="168022"/>
            <a:ext cx="4143431" cy="1715095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D2EFD-B47D-5B95-E333-6FEC577D1B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476" y="2496219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8391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478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660043"/>
      </p:ext>
    </p:extLst>
  </p:cSld>
  <p:clrMapOvr>
    <a:masterClrMapping/>
  </p:clrMapOvr>
  <p:transition spd="med"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1715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92" y="213717"/>
            <a:ext cx="1857132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3" y="213717"/>
            <a:ext cx="1859515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92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1393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499418" y="212598"/>
            <a:ext cx="1857132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499418" y="2500314"/>
            <a:ext cx="1857132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30269"/>
      </p:ext>
    </p:extLst>
  </p:cSld>
  <p:clrMapOvr>
    <a:masterClrMapping/>
  </p:clrMapOvr>
  <p:transition spd="med"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1072158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B9E673-95F7-7EF4-87D5-476568C52D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8" y="500063"/>
            <a:ext cx="1856539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2" y="500063"/>
            <a:ext cx="1857132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1393" y="500063"/>
            <a:ext cx="1857132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9988" y="2786063"/>
            <a:ext cx="1856539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85690" y="2786062"/>
            <a:ext cx="1856539" cy="142225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71393" y="2786063"/>
            <a:ext cx="1857132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7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4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91" indent="-82297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499987" y="205980"/>
            <a:ext cx="150857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85690" y="205980"/>
            <a:ext cx="150857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071393" y="205980"/>
            <a:ext cx="150857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499987" y="2510488"/>
            <a:ext cx="150857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785690" y="2510488"/>
            <a:ext cx="150857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071393" y="2510488"/>
            <a:ext cx="150857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2CDB94-BA57-B58F-95F0-D406FE34BB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4" y="2286000"/>
            <a:ext cx="664520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CBE6E3-0E18-8A57-578D-D314948AF14F}"/>
              </a:ext>
            </a:extLst>
          </p:cNvPr>
          <p:cNvCxnSpPr/>
          <p:nvPr userDrawn="1"/>
        </p:nvCxnSpPr>
        <p:spPr bwMode="auto">
          <a:xfrm>
            <a:off x="2285701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200B05-7E36-4E03-3739-0BA983764616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FF3B59-8BBA-8C99-9D4D-743723E434FC}"/>
              </a:ext>
            </a:extLst>
          </p:cNvPr>
          <p:cNvCxnSpPr/>
          <p:nvPr userDrawn="1"/>
        </p:nvCxnSpPr>
        <p:spPr bwMode="auto">
          <a:xfrm>
            <a:off x="4570261" y="21259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790671"/>
      </p:ext>
    </p:extLst>
  </p:cSld>
  <p:clrMapOvr>
    <a:masterClrMapping/>
  </p:clrMapOvr>
  <p:transition spd="med"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168021"/>
            <a:ext cx="4139264" cy="1279922"/>
          </a:xfrm>
        </p:spPr>
        <p:txBody>
          <a:bodyPr rIns="457200"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DFF798-3B8E-1F19-EBBE-BEB7423129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2" y="213718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3775" y="213718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92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73775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1905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9989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15476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1" y="2286001"/>
            <a:ext cx="0" cy="221456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4570261" y="21259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558192"/>
      </p:ext>
    </p:extLst>
  </p:cSld>
  <p:clrMapOvr>
    <a:masterClrMapping/>
  </p:clrMapOvr>
  <p:transition spd="med"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1279922"/>
          </a:xfrm>
        </p:spPr>
        <p:txBody>
          <a:bodyPr rIns="0"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DFF798-3B8E-1F19-EBBE-BEB7423129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2" y="213718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3775" y="213718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92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73775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1905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9989" y="2500313"/>
            <a:ext cx="1857132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15476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1" y="2286001"/>
            <a:ext cx="0" cy="221456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4570261" y="21259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892902"/>
      </p:ext>
    </p:extLst>
  </p:cSld>
  <p:clrMapOvr>
    <a:masterClrMapping/>
  </p:clrMapOvr>
  <p:transition spd="med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096" y="1285875"/>
            <a:ext cx="185832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9988" y="1285875"/>
            <a:ext cx="1856539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3525DFF-EC8A-8C67-14A3-80DE024D87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85690" y="213718"/>
            <a:ext cx="4142836" cy="471547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476420511"/>
      </p:ext>
    </p:extLst>
  </p:cSld>
  <p:clrMapOvr>
    <a:masterClrMapping/>
  </p:clrMapOvr>
  <p:transition spd="med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3096" y="1285875"/>
            <a:ext cx="185832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285702" y="0"/>
            <a:ext cx="6858299" cy="5143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901773694"/>
      </p:ext>
    </p:extLst>
  </p:cSld>
  <p:clrMapOvr>
    <a:masterClrMapping/>
  </p:clrMapOvr>
  <p:transition spd="med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096" y="1285875"/>
            <a:ext cx="185832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499988" y="211932"/>
            <a:ext cx="6430919" cy="471725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752289437"/>
      </p:ext>
    </p:extLst>
  </p:cSld>
  <p:clrMapOvr>
    <a:masterClrMapping/>
  </p:clrMapOvr>
  <p:transition spd="med"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5143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905790296"/>
      </p:ext>
    </p:extLst>
  </p:cSld>
  <p:clrMapOvr>
    <a:masterClrMapping/>
  </p:clrMapOvr>
  <p:transition spd="med"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3095" y="213718"/>
            <a:ext cx="8715431" cy="4717851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611361886"/>
      </p:ext>
    </p:extLst>
  </p:cSld>
  <p:clrMapOvr>
    <a:masterClrMapping/>
  </p:clrMapOvr>
  <p:transition spd="med"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3094" y="229552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5708" y="2295525"/>
            <a:ext cx="2140466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13094" y="357187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5708" y="3571875"/>
            <a:ext cx="2140466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13094" y="1000125"/>
            <a:ext cx="927376" cy="92868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85708" y="1000125"/>
            <a:ext cx="2140466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783309" y="229552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855922" y="2295525"/>
            <a:ext cx="2140466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83309" y="357187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55922" y="3571875"/>
            <a:ext cx="2140466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783309" y="100012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855922" y="1000125"/>
            <a:ext cx="2140466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3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6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9" indent="-96013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31134216"/>
      </p:ext>
    </p:extLst>
  </p:cSld>
  <p:clrMapOvr>
    <a:masterClrMapping/>
  </p:clrMapOvr>
  <p:transition spd="med"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1715095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2499988" y="213719"/>
            <a:ext cx="6428539" cy="428684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337655"/>
      </p:ext>
    </p:extLst>
  </p:cSld>
  <p:clrMapOvr>
    <a:masterClrMapping/>
  </p:clrMapOvr>
  <p:transition spd="med"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66639"/>
      </p:ext>
    </p:extLst>
  </p:cSld>
  <p:clrMapOvr>
    <a:masterClrMapping/>
  </p:clrMapOvr>
  <p:transition spd="med"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B28863-5461-63E4-5E4C-381DE7E84E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3096" y="213717"/>
            <a:ext cx="1858324" cy="1072158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1393" y="213719"/>
            <a:ext cx="1857132" cy="4286845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54865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9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4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05239"/>
      </p:ext>
    </p:extLst>
  </p:cSld>
  <p:clrMapOvr>
    <a:masterClrMapping/>
  </p:clrMapOvr>
  <p:transition spd="med"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B28863-5461-63E4-5E4C-381DE7E84E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3096" y="213717"/>
            <a:ext cx="1858324" cy="1072158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1393" y="213719"/>
            <a:ext cx="1857132" cy="4286845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54865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9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4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5692" y="213719"/>
            <a:ext cx="1857132" cy="4286845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54865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9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4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</p:spTree>
    <p:extLst>
      <p:ext uri="{BB962C8B-B14F-4D97-AF65-F5344CB8AC3E}">
        <p14:creationId xmlns:p14="http://schemas.microsoft.com/office/powerpoint/2010/main" val="4230689722"/>
      </p:ext>
    </p:extLst>
  </p:cSld>
  <p:clrMapOvr>
    <a:masterClrMapping/>
  </p:clrMapOvr>
  <p:transition spd="med"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31771" y="2319803"/>
            <a:ext cx="1295993" cy="51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80508"/>
      </p:ext>
    </p:extLst>
  </p:cSld>
  <p:clrMapOvr>
    <a:masterClrMapping/>
  </p:clrMapOvr>
  <p:transition spd="med"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93816" y="4705254"/>
            <a:ext cx="521588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93581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1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1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6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6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1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3" y="2566988"/>
            <a:ext cx="4114802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4" y="2566988"/>
            <a:ext cx="4114802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9" y="234954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158714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1" y="201168"/>
            <a:ext cx="4142233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73130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825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229154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23199" y="2312885"/>
            <a:ext cx="1297605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83686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4" y="4705253"/>
            <a:ext cx="521588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0520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8" y="458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pic>
        <p:nvPicPr>
          <p:cNvPr id="10" name="Picture">
            <a:extLst>
              <a:ext uri="{FF2B5EF4-FFF2-40B4-BE49-F238E27FC236}">
                <a16:creationId xmlns:a16="http://schemas.microsoft.com/office/drawing/2014/main" id="{AF27D010-9F2C-E24B-9425-1712E90099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4" y="4705253"/>
            <a:ext cx="521588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02723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8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F7EA8AAE-0BDE-7D4C-B52A-496FD9C298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4" y="4705253"/>
            <a:ext cx="521588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792897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7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2F8C8987-724F-6B47-A6B9-8E11DF00B8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4" y="4705253"/>
            <a:ext cx="521588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99733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7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7B48B5CA-5BC1-8844-81E1-24543A8F2C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4" y="4705253"/>
            <a:ext cx="521588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16990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596131-38DE-3A44-BE82-CDD2A1709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47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4" y="4705253"/>
            <a:ext cx="521588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7367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6EA217-D975-DE4B-A991-B3A7FEFBAC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188" y="3810"/>
            <a:ext cx="9128405" cy="513969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9FC9FB8B-2D23-D949-963B-B1200DEDE8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4" y="4705253"/>
            <a:ext cx="521588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609892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9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14C6F24E-1E96-144E-A44F-8124FE9D9B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4" y="4705253"/>
            <a:ext cx="521588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240335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9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BE20C7ED-E83C-DE49-B49C-6FE6E39CB3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4" y="4705253"/>
            <a:ext cx="521588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71312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894356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1" y="201168"/>
            <a:ext cx="4142233" cy="8001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7" y="1243584"/>
            <a:ext cx="4123945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01617" indent="0">
              <a:buNone/>
              <a:defRPr/>
            </a:lvl3pPr>
            <a:lvl4pPr marL="434986" indent="0">
              <a:buNone/>
              <a:defRPr/>
            </a:lvl4pPr>
            <a:lvl5pPr marL="63184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945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01617" indent="0">
              <a:buNone/>
              <a:defRPr/>
            </a:lvl3pPr>
            <a:lvl4pPr marL="434986" indent="0">
              <a:buNone/>
              <a:defRPr/>
            </a:lvl4pPr>
            <a:lvl5pPr marL="63184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190594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1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95608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1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19308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279757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196203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1" y="201168"/>
            <a:ext cx="4142233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7" y="201168"/>
            <a:ext cx="4123945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223556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1" y="201168"/>
            <a:ext cx="4142233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7" y="1243584"/>
            <a:ext cx="4123945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8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190576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1" y="201168"/>
            <a:ext cx="4142233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1" y="1216152"/>
            <a:ext cx="4142233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945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727799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1" y="201168"/>
            <a:ext cx="4142233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5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5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5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5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294541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1" y="201168"/>
            <a:ext cx="4142233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7" y="1243584"/>
            <a:ext cx="4123945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321231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1" y="201168"/>
            <a:ext cx="4142233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5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5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8310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4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IBM Plex Sans Light" panose="020B0503050203000203" pitchFamily="34" charset="0"/>
              <a:cs typeface="IBM Plex Sans Light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7" y="201168"/>
            <a:ext cx="4123945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185921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1" y="201168"/>
            <a:ext cx="4142233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475021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1" y="201168"/>
            <a:ext cx="4142233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536945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1" y="201168"/>
            <a:ext cx="4142233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51792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1" y="201168"/>
            <a:ext cx="4142233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7" y="1243584"/>
            <a:ext cx="4123945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1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1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4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3" y="2570163"/>
            <a:ext cx="4114802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639442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1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1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4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4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1" y="2566988"/>
            <a:ext cx="4114802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3" y="2566988"/>
            <a:ext cx="4114802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9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473691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1" y="2570164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3" y="2570164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1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1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2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600876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649773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4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397521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1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1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1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1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070615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1" y="201168"/>
            <a:ext cx="4142233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5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1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50970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1" y="201168"/>
            <a:ext cx="4142233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5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360559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1" y="201168"/>
            <a:ext cx="4142233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5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5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283750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1" y="201168"/>
            <a:ext cx="4142233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5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5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3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744894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5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8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16632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978292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7166803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1" y="201168"/>
            <a:ext cx="4142233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7" y="1261872"/>
            <a:ext cx="4123945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7" indent="0">
              <a:buNone/>
              <a:defRPr/>
            </a:lvl3pPr>
            <a:lvl4pPr marL="434986" indent="0">
              <a:buNone/>
              <a:defRPr/>
            </a:lvl4pPr>
            <a:lvl5pPr marL="63184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5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637531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9" y="2312886"/>
            <a:ext cx="1297605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908881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6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594990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9" y="2312885"/>
            <a:ext cx="1297605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04515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-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286001" y="0"/>
            <a:ext cx="6858000" cy="5143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7150" tIns="28575" rIns="57150" bIns="285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44" b="0" i="0" dirty="0">
              <a:latin typeface="IBM Plex Sans" panose="020B050305020300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2" y="1285875"/>
            <a:ext cx="1857374" cy="2286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125"/>
              </a:spcBef>
              <a:defRPr sz="1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285752" y="114300"/>
            <a:ext cx="1857374" cy="514350"/>
          </a:xfrm>
        </p:spPr>
        <p:txBody>
          <a:bodyPr tIns="0" anchor="t">
            <a:noAutofit/>
          </a:bodyPr>
          <a:lstStyle>
            <a:lvl1pPr>
              <a:defRPr sz="875">
                <a:solidFill>
                  <a:srgbClr val="0F62FE"/>
                </a:solidFill>
              </a:defRPr>
            </a:lvl1pPr>
            <a:lvl2pPr>
              <a:defRPr sz="1000">
                <a:solidFill>
                  <a:schemeClr val="accent1"/>
                </a:solidFill>
              </a:defRPr>
            </a:lvl2pPr>
            <a:lvl3pPr>
              <a:defRPr sz="1000">
                <a:solidFill>
                  <a:schemeClr val="accent1"/>
                </a:solidFill>
              </a:defRPr>
            </a:lvl3pPr>
            <a:lvl4pPr>
              <a:defRPr sz="10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4714875" y="1285877"/>
            <a:ext cx="2114549" cy="3286125"/>
          </a:xfrm>
        </p:spPr>
        <p:txBody>
          <a:bodyPr tIns="0">
            <a:noAutofit/>
          </a:bodyPr>
          <a:lstStyle>
            <a:lvl1pPr>
              <a:defRPr sz="1125">
                <a:solidFill>
                  <a:schemeClr val="tx1"/>
                </a:solidFill>
              </a:defRPr>
            </a:lvl1pPr>
            <a:lvl2pPr marL="114302" indent="-114302">
              <a:lnSpc>
                <a:spcPct val="110000"/>
              </a:lnSpc>
              <a:spcBef>
                <a:spcPts val="1125"/>
              </a:spcBef>
              <a:defRPr sz="1125">
                <a:solidFill>
                  <a:schemeClr val="tx1"/>
                </a:solidFill>
              </a:defRPr>
            </a:lvl2pPr>
            <a:lvl3pPr marL="228603" indent="-114302">
              <a:spcBef>
                <a:spcPts val="0"/>
              </a:spcBef>
              <a:defRPr sz="1125">
                <a:solidFill>
                  <a:schemeClr val="tx1"/>
                </a:solidFill>
              </a:defRPr>
            </a:lvl3pPr>
            <a:lvl4pPr marL="342905" indent="-114302">
              <a:lnSpc>
                <a:spcPct val="110000"/>
              </a:lnSpc>
              <a:spcBef>
                <a:spcPts val="0"/>
              </a:spcBef>
              <a:defRPr sz="1125">
                <a:solidFill>
                  <a:schemeClr val="tx1"/>
                </a:solidFill>
              </a:defRPr>
            </a:lvl4pPr>
            <a:lvl5pPr marL="457206" indent="-114302">
              <a:lnSpc>
                <a:spcPct val="110000"/>
              </a:lnSpc>
              <a:spcBef>
                <a:spcPts val="0"/>
              </a:spcBef>
              <a:defRPr sz="11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2"/>
          </p:nvPr>
        </p:nvSpPr>
        <p:spPr>
          <a:xfrm>
            <a:off x="2428875" y="1285877"/>
            <a:ext cx="2114549" cy="3286125"/>
          </a:xfrm>
        </p:spPr>
        <p:txBody>
          <a:bodyPr tIns="0">
            <a:noAutofit/>
          </a:bodyPr>
          <a:lstStyle>
            <a:lvl1pPr>
              <a:defRPr sz="1125">
                <a:solidFill>
                  <a:schemeClr val="tx1"/>
                </a:solidFill>
              </a:defRPr>
            </a:lvl1pPr>
            <a:lvl2pPr marL="114302" indent="-114302">
              <a:lnSpc>
                <a:spcPct val="110000"/>
              </a:lnSpc>
              <a:spcBef>
                <a:spcPts val="750"/>
              </a:spcBef>
              <a:defRPr sz="1125">
                <a:solidFill>
                  <a:schemeClr val="tx1"/>
                </a:solidFill>
              </a:defRPr>
            </a:lvl2pPr>
            <a:lvl3pPr marL="228603" indent="-114302">
              <a:lnSpc>
                <a:spcPct val="110000"/>
              </a:lnSpc>
              <a:spcBef>
                <a:spcPts val="0"/>
              </a:spcBef>
              <a:defRPr sz="1125">
                <a:solidFill>
                  <a:schemeClr val="tx1"/>
                </a:solidFill>
              </a:defRPr>
            </a:lvl3pPr>
            <a:lvl4pPr marL="342905" indent="-114302">
              <a:lnSpc>
                <a:spcPct val="110000"/>
              </a:lnSpc>
              <a:spcBef>
                <a:spcPts val="0"/>
              </a:spcBef>
              <a:defRPr sz="1125">
                <a:solidFill>
                  <a:schemeClr val="tx1"/>
                </a:solidFill>
              </a:defRPr>
            </a:lvl4pPr>
            <a:lvl5pPr marL="457206" indent="-114302">
              <a:lnSpc>
                <a:spcPct val="110000"/>
              </a:lnSpc>
              <a:spcBef>
                <a:spcPts val="0"/>
              </a:spcBef>
              <a:defRPr sz="11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7000875" y="1285877"/>
            <a:ext cx="2000251" cy="3286125"/>
          </a:xfrm>
        </p:spPr>
        <p:txBody>
          <a:bodyPr tIns="0">
            <a:noAutofit/>
          </a:bodyPr>
          <a:lstStyle>
            <a:lvl1pPr>
              <a:defRPr sz="1125">
                <a:solidFill>
                  <a:schemeClr val="tx1"/>
                </a:solidFill>
              </a:defRPr>
            </a:lvl1pPr>
            <a:lvl2pPr marL="114302" indent="-114302">
              <a:lnSpc>
                <a:spcPct val="110000"/>
              </a:lnSpc>
              <a:spcBef>
                <a:spcPts val="1125"/>
              </a:spcBef>
              <a:defRPr sz="1125">
                <a:solidFill>
                  <a:schemeClr val="tx1"/>
                </a:solidFill>
              </a:defRPr>
            </a:lvl2pPr>
            <a:lvl3pPr marL="228603" indent="-114302">
              <a:lnSpc>
                <a:spcPct val="110000"/>
              </a:lnSpc>
              <a:spcBef>
                <a:spcPts val="0"/>
              </a:spcBef>
              <a:defRPr sz="1125">
                <a:solidFill>
                  <a:schemeClr val="tx1"/>
                </a:solidFill>
              </a:defRPr>
            </a:lvl3pPr>
            <a:lvl4pPr marL="342905" indent="-114302">
              <a:lnSpc>
                <a:spcPct val="110000"/>
              </a:lnSpc>
              <a:spcBef>
                <a:spcPts val="0"/>
              </a:spcBef>
              <a:defRPr sz="1125">
                <a:solidFill>
                  <a:schemeClr val="tx1"/>
                </a:solidFill>
              </a:defRPr>
            </a:lvl4pPr>
            <a:lvl5pPr marL="457206" indent="-114302">
              <a:lnSpc>
                <a:spcPct val="110000"/>
              </a:lnSpc>
              <a:spcBef>
                <a:spcPts val="0"/>
              </a:spcBef>
              <a:defRPr sz="11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85752" y="4572002"/>
            <a:ext cx="1885950" cy="302895"/>
          </a:xfrm>
        </p:spPr>
        <p:txBody>
          <a:bodyPr tIns="0" anchor="b"/>
          <a:lstStyle>
            <a:lvl1pPr>
              <a:defRPr sz="500" b="0">
                <a:solidFill>
                  <a:schemeClr val="tx1">
                    <a:alpha val="60000"/>
                  </a:schemeClr>
                </a:solidFill>
              </a:defRPr>
            </a:lvl1pPr>
            <a:lvl2pPr>
              <a:defRPr sz="563"/>
            </a:lvl2pPr>
            <a:lvl3pPr>
              <a:defRPr sz="563"/>
            </a:lvl3pPr>
            <a:lvl4pPr>
              <a:defRPr sz="563"/>
            </a:lvl4pPr>
            <a:lvl5pPr>
              <a:defRPr sz="563"/>
            </a:lvl5pPr>
          </a:lstStyle>
          <a:p>
            <a:pPr lvl="0"/>
            <a:r>
              <a:rPr lang="en-US" dirty="0"/>
              <a:t>Source: Edit source here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B4F41A-9E16-BA49-8952-222430D5D1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919" y="4914901"/>
            <a:ext cx="353824" cy="142875"/>
          </a:xfrm>
          <a:prstGeom prst="rect">
            <a:avLst/>
          </a:prstGeom>
        </p:spPr>
      </p:pic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8E03DF42-7E41-A54A-84B0-C95813E2CC0F}"/>
              </a:ext>
            </a:extLst>
          </p:cNvPr>
          <p:cNvSpPr txBox="1">
            <a:spLocks/>
          </p:cNvSpPr>
          <p:nvPr userDrawn="1"/>
        </p:nvSpPr>
        <p:spPr>
          <a:xfrm>
            <a:off x="2428876" y="4967221"/>
            <a:ext cx="1427760" cy="13690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00" b="0" i="0" dirty="0">
                <a:solidFill>
                  <a:schemeClr val="tx1"/>
                </a:solidFill>
                <a:latin typeface="+mn-lt"/>
                <a:ea typeface="IBM Plex Sans" charset="0"/>
                <a:cs typeface="IBM Plex Sans" charset="0"/>
              </a:rPr>
              <a:t>© 2022 IBM Corporation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858097113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9144000" cy="4500563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019"/>
            <a:ext cx="4143431" cy="2358033"/>
          </a:xfrm>
        </p:spPr>
        <p:txBody>
          <a:bodyPr/>
          <a:lstStyle>
            <a:lvl1pPr>
              <a:lnSpc>
                <a:spcPct val="100000"/>
              </a:lnSpc>
              <a:defRPr sz="3225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EC0ABF4-1C51-BF7D-70CF-DD2C38C9DB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0334" y="4536035"/>
            <a:ext cx="1857132" cy="428625"/>
          </a:xfrm>
          <a:prstGeom prst="rect">
            <a:avLst/>
          </a:prstGeom>
        </p:spPr>
        <p:txBody>
          <a:bodyPr anchor="b"/>
          <a:lstStyle>
            <a:lvl1pPr defTabSz="435489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069D4BA-0EE4-89E6-7C3A-71F71400A3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5823" y="4500564"/>
            <a:ext cx="1857132" cy="464097"/>
          </a:xfrm>
          <a:prstGeom prst="rect">
            <a:avLst/>
          </a:prstGeom>
        </p:spPr>
        <p:txBody>
          <a:bodyPr anchor="b"/>
          <a:lstStyle>
            <a:lvl1pPr defTabSz="435489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10683476"/>
      </p:ext>
    </p:extLst>
  </p:cSld>
  <p:clrMapOvr>
    <a:masterClrMapping/>
  </p:clrMapOvr>
  <p:transition spd="med"/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1"/>
            <a:ext cx="9144000" cy="4500563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4286" tIns="34286" rIns="34286" bIns="34286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429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525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IBM Plex Sans Light" panose="020B040305020300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019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314509F-3705-A705-C5B3-FA435C246A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0334" y="4536035"/>
            <a:ext cx="1857132" cy="428625"/>
          </a:xfrm>
          <a:prstGeom prst="rect">
            <a:avLst/>
          </a:prstGeom>
        </p:spPr>
        <p:txBody>
          <a:bodyPr anchor="b"/>
          <a:lstStyle>
            <a:lvl1pPr defTabSz="435489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F264794-39E6-B78D-2E92-D8D02F9188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5823" y="4500564"/>
            <a:ext cx="1857132" cy="464097"/>
          </a:xfrm>
          <a:prstGeom prst="rect">
            <a:avLst/>
          </a:prstGeom>
        </p:spPr>
        <p:txBody>
          <a:bodyPr anchor="b"/>
          <a:lstStyle>
            <a:lvl1pPr defTabSz="435489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07891648"/>
      </p:ext>
    </p:extLst>
  </p:cSld>
  <p:clrMapOvr>
    <a:masterClrMapping/>
  </p:clrMapOvr>
  <p:transition spd="med"/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019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 b="0" i="0"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44782173"/>
      </p:ext>
    </p:extLst>
  </p:cSld>
  <p:clrMapOvr>
    <a:masterClrMapping/>
  </p:clrMapOvr>
  <p:transition spd="med"/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019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000" y="4673727"/>
            <a:ext cx="4143431" cy="28575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9842353"/>
      </p:ext>
    </p:extLst>
  </p:cSld>
  <p:clrMapOvr>
    <a:masterClrMapping/>
  </p:clrMapOvr>
  <p:transition spd="med"/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85690" y="213718"/>
            <a:ext cx="4142836" cy="471547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018"/>
            <a:ext cx="3787410" cy="3929658"/>
          </a:xfrm>
        </p:spPr>
        <p:txBody>
          <a:bodyPr/>
          <a:lstStyle>
            <a:lvl1pPr>
              <a:lnSpc>
                <a:spcPct val="100000"/>
              </a:lnSpc>
              <a:defRPr sz="3225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8387586"/>
      </p:ext>
    </p:extLst>
  </p:cSld>
  <p:clrMapOvr>
    <a:masterClrMapping/>
  </p:clrMapOvr>
  <p:transition spd="med"/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85690" y="213718"/>
            <a:ext cx="4142836" cy="471547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1" y="572643"/>
            <a:ext cx="3786885" cy="3501628"/>
          </a:xfrm>
        </p:spPr>
        <p:txBody>
          <a:bodyPr/>
          <a:lstStyle>
            <a:lvl1pPr>
              <a:lnSpc>
                <a:spcPct val="100000"/>
              </a:lnSpc>
              <a:defRPr sz="3225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6001" y="144451"/>
            <a:ext cx="3786885" cy="21431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6556352"/>
      </p:ext>
    </p:extLst>
  </p:cSld>
  <p:clrMapOvr>
    <a:masterClrMapping/>
  </p:clrMapOvr>
  <p:transition spd="med"/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1" y="144019"/>
            <a:ext cx="1858324" cy="1715095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5692" y="213719"/>
            <a:ext cx="1857132" cy="4286845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4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3815CA4A-82C6-E038-8C80-CF4A54B1E6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61848" y="213717"/>
            <a:ext cx="1857132" cy="4286845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4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11011100"/>
      </p:ext>
    </p:extLst>
  </p:cSld>
  <p:clrMapOvr>
    <a:masterClrMapping/>
  </p:clrMapOvr>
  <p:transition spd="med"/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018"/>
            <a:ext cx="4143431" cy="1072158"/>
          </a:xfrm>
        </p:spPr>
        <p:txBody>
          <a:bodyPr rIns="457200"/>
          <a:lstStyle>
            <a:lvl1pPr>
              <a:lnSpc>
                <a:spcPct val="100000"/>
              </a:lnSpc>
              <a:defRPr sz="3225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681022"/>
      </p:ext>
    </p:extLst>
  </p:cSld>
  <p:clrMapOvr>
    <a:masterClrMapping/>
  </p:clrMapOvr>
  <p:transition spd="med"/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6" y="144451"/>
            <a:ext cx="6427348" cy="3071813"/>
          </a:xfrm>
        </p:spPr>
        <p:txBody>
          <a:bodyPr/>
          <a:lstStyle>
            <a:lvl1pPr>
              <a:lnSpc>
                <a:spcPct val="100000"/>
              </a:lnSpc>
              <a:defRPr sz="64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018083"/>
      </p:ext>
    </p:extLst>
  </p:cSld>
  <p:clrMapOvr>
    <a:masterClrMapping/>
  </p:clrMapOvr>
  <p:transition spd="med"/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1" y="144018"/>
            <a:ext cx="3715458" cy="1072158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9D4AF5E-3E60-06F1-E3E3-F00E3ADA90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75273" y="144019"/>
            <a:ext cx="4152729" cy="3215282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73080200"/>
      </p:ext>
    </p:extLst>
  </p:cSld>
  <p:clrMapOvr>
    <a:masterClrMapping/>
  </p:clrMapOvr>
  <p:transition spd="med"/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450"/>
            <a:ext cx="5497589" cy="3643908"/>
          </a:xfrm>
        </p:spPr>
        <p:txBody>
          <a:bodyPr/>
          <a:lstStyle>
            <a:lvl1pPr>
              <a:lnSpc>
                <a:spcPct val="100000"/>
              </a:lnSpc>
              <a:defRPr sz="3225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3466"/>
      </p:ext>
    </p:extLst>
  </p:cSld>
  <p:clrMapOvr>
    <a:masterClrMapping/>
  </p:clrMapOvr>
  <p:transition spd="med"/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5973" y="3486150"/>
            <a:ext cx="4143431" cy="132873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9675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84598" y="3486150"/>
            <a:ext cx="4142836" cy="132873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9675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4572000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01B1D3B-7FD1-5342-AD21-86B27FCC12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5476" y="144451"/>
            <a:ext cx="2861692" cy="2358033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E2A6217-C3F0-04CD-0266-C53A5C85FD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84598" y="144451"/>
            <a:ext cx="2861692" cy="2358033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5999526"/>
      </p:ext>
    </p:extLst>
  </p:cSld>
  <p:clrMapOvr>
    <a:masterClrMapping/>
  </p:clrMapOvr>
  <p:transition spd="med"/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87476" y="144451"/>
            <a:ext cx="1855943" cy="71497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875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71392" y="144450"/>
            <a:ext cx="1855943" cy="71378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875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99988" y="144451"/>
            <a:ext cx="1856539" cy="7154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875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450"/>
            <a:ext cx="1855943" cy="1072158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8" y="4516041"/>
            <a:ext cx="1856539" cy="42862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54865" indent="-54865"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09729" indent="-54865"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164594" indent="-54865"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8" y="874900"/>
            <a:ext cx="1856539" cy="362739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2" y="874900"/>
            <a:ext cx="1857132" cy="36250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3" y="874900"/>
            <a:ext cx="1857132" cy="36250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900981"/>
      </p:ext>
    </p:extLst>
  </p:cSld>
  <p:clrMapOvr>
    <a:masterClrMapping/>
  </p:clrMapOvr>
  <p:transition spd="med"/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13095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476" y="144450"/>
            <a:ext cx="1855943" cy="2000846"/>
          </a:xfrm>
        </p:spPr>
        <p:txBody>
          <a:bodyPr/>
          <a:lstStyle>
            <a:lvl1pPr>
              <a:lnSpc>
                <a:spcPct val="100000"/>
              </a:lnSpc>
              <a:defRPr sz="3225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8" y="144451"/>
            <a:ext cx="4142836" cy="200084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2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>
              <a:lnSpc>
                <a:spcPct val="100000"/>
              </a:lnSpc>
              <a:spcBef>
                <a:spcPts val="0"/>
              </a:spcBef>
              <a:defRPr sz="32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>
              <a:lnSpc>
                <a:spcPct val="100000"/>
              </a:lnSpc>
              <a:spcBef>
                <a:spcPts val="0"/>
              </a:spcBef>
              <a:defRPr sz="32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>
              <a:lnSpc>
                <a:spcPct val="100000"/>
              </a:lnSpc>
              <a:spcBef>
                <a:spcPts val="0"/>
              </a:spcBef>
              <a:defRPr sz="32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5476" y="2428875"/>
            <a:ext cx="1855943" cy="20002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25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9988" y="2428875"/>
            <a:ext cx="4142836" cy="20002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2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>
              <a:lnSpc>
                <a:spcPct val="100000"/>
              </a:lnSpc>
              <a:spcBef>
                <a:spcPts val="0"/>
              </a:spcBef>
              <a:defRPr sz="32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>
              <a:lnSpc>
                <a:spcPct val="100000"/>
              </a:lnSpc>
              <a:spcBef>
                <a:spcPts val="0"/>
              </a:spcBef>
              <a:defRPr sz="32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>
              <a:lnSpc>
                <a:spcPct val="100000"/>
              </a:lnSpc>
              <a:spcBef>
                <a:spcPts val="0"/>
              </a:spcBef>
              <a:defRPr sz="32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135794"/>
      </p:ext>
    </p:extLst>
  </p:cSld>
  <p:clrMapOvr>
    <a:masterClrMapping/>
  </p:clrMapOvr>
  <p:transition spd="med"/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2499988" y="3071813"/>
            <a:ext cx="642853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2499988" y="1500188"/>
            <a:ext cx="642853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99988" y="144450"/>
            <a:ext cx="1856539" cy="10721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875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450"/>
            <a:ext cx="1855943" cy="1072158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8" y="4516041"/>
            <a:ext cx="1856539" cy="42862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0" y="144450"/>
            <a:ext cx="2857129" cy="10721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0" y="1570483"/>
            <a:ext cx="2857129" cy="107156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90" y="3151252"/>
            <a:ext cx="2857129" cy="107156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99988" y="1570482"/>
            <a:ext cx="1856539" cy="107156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875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99989" y="3151251"/>
            <a:ext cx="1856537" cy="107156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875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814436"/>
      </p:ext>
    </p:extLst>
  </p:cSld>
  <p:clrMapOvr>
    <a:masterClrMapping/>
  </p:clrMapOvr>
  <p:transition spd="med"/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450"/>
            <a:ext cx="1855943" cy="572096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303799C-055C-81A5-3E36-D78912AA66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9989" y="1285875"/>
            <a:ext cx="1861228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97B3A71-6FB0-4C14-4695-68801FBBBE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0238" y="1285875"/>
            <a:ext cx="1861228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C1273EB-3A3E-B282-A619-1D6FB102B11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76588" y="1285875"/>
            <a:ext cx="1861228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0367260-BF8E-C847-2296-4EAD779F0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71393" y="1285875"/>
            <a:ext cx="1861228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4681781"/>
      </p:ext>
    </p:extLst>
  </p:cSld>
  <p:clrMapOvr>
    <a:masterClrMapping/>
  </p:clrMapOvr>
  <p:transition spd="med"/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450"/>
            <a:ext cx="1855943" cy="572096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8" y="144451"/>
            <a:ext cx="1858324" cy="57209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68581" indent="-68581">
              <a:lnSpc>
                <a:spcPct val="10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37162" indent="-68581">
              <a:lnSpc>
                <a:spcPct val="10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05743" indent="-68581">
              <a:lnSpc>
                <a:spcPct val="10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1" y="1285875"/>
            <a:ext cx="0" cy="32146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4570261" y="1285875"/>
            <a:ext cx="0" cy="321640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6857108" y="1285875"/>
            <a:ext cx="0" cy="321640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E03333F-C9F4-9C57-BAAE-A49EA523A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9989" y="1285875"/>
            <a:ext cx="1861228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CF3321C6-7CF8-EF30-4736-48A201B094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0238" y="1285875"/>
            <a:ext cx="1861228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C67FA0E-EA85-0950-FCC7-3F6BF1A741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76588" y="1285875"/>
            <a:ext cx="1861228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0EE67605-D889-6D38-2F1B-DF58E809AC5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71393" y="1285875"/>
            <a:ext cx="1861228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22318533"/>
      </p:ext>
    </p:extLst>
  </p:cSld>
  <p:clrMapOvr>
    <a:masterClrMapping/>
  </p:clrMapOvr>
  <p:transition spd="med"/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450"/>
            <a:ext cx="1855943" cy="572096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8" y="216028"/>
            <a:ext cx="1858324" cy="57209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92" y="216028"/>
            <a:ext cx="1857132" cy="57209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3" y="216028"/>
            <a:ext cx="1859515" cy="57209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3" indent="-9601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6" indent="-9601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9" indent="-9601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2285701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4570261" y="21259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6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F4F49B39-EB32-770F-5644-D3D9387107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9989" y="1285875"/>
            <a:ext cx="1861228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5D25B5E4-5513-DB6F-04BF-4A2A85E8576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76588" y="1285875"/>
            <a:ext cx="1861228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C86775E-92B8-3897-2210-2993F34BA62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71393" y="1285875"/>
            <a:ext cx="1861228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68581234"/>
      </p:ext>
    </p:extLst>
  </p:cSld>
  <p:clrMapOvr>
    <a:masterClrMapping/>
  </p:clrMapOvr>
  <p:transition spd="med"/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450"/>
            <a:ext cx="1855943" cy="786408"/>
          </a:xfrm>
        </p:spPr>
        <p:txBody>
          <a:bodyPr/>
          <a:lstStyle>
            <a:lvl1pPr>
              <a:lnSpc>
                <a:spcPct val="100000"/>
              </a:lnSpc>
              <a:defRPr sz="10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6001" y="1285875"/>
            <a:ext cx="1858324" cy="150018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99989" y="216028"/>
            <a:ext cx="455998" cy="456057"/>
          </a:xfrm>
          <a:prstGeom prst="rect">
            <a:avLst/>
          </a:prstGeom>
        </p:spPr>
        <p:txBody>
          <a:bodyPr anchor="ctr"/>
          <a:lstStyle>
            <a:lvl1pPr algn="ct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90509" y="216028"/>
            <a:ext cx="455998" cy="456057"/>
          </a:xfrm>
          <a:prstGeom prst="rect">
            <a:avLst/>
          </a:prstGeom>
        </p:spPr>
        <p:txBody>
          <a:bodyPr anchor="ctr"/>
          <a:lstStyle>
            <a:lvl1pPr algn="ct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71393" y="216028"/>
            <a:ext cx="455998" cy="456057"/>
          </a:xfrm>
          <a:prstGeom prst="rect">
            <a:avLst/>
          </a:prstGeom>
        </p:spPr>
        <p:txBody>
          <a:bodyPr anchor="ctr"/>
          <a:lstStyle>
            <a:lvl1pPr algn="ct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2285701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4570261" y="21259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CEA9C7F-1CB2-B0B0-AE4C-171B0AFC6E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9989" y="1285875"/>
            <a:ext cx="1861228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2F4D72D8-0638-1E42-6480-21D9CF7A44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76588" y="1285875"/>
            <a:ext cx="1861228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6DDCC2C-4DA8-F28F-9BBF-ACD120C05B4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71393" y="1285875"/>
            <a:ext cx="1861228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95461776"/>
      </p:ext>
    </p:extLst>
  </p:cSld>
  <p:clrMapOvr>
    <a:masterClrMapping/>
  </p:clrMapOvr>
  <p:transition spd="med"/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018"/>
            <a:ext cx="1855943" cy="428030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418" y="144018"/>
            <a:ext cx="1858324" cy="42803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  <a:lvl2pPr>
              <a:spcBef>
                <a:spcPts val="0"/>
              </a:spcBef>
              <a:defRPr sz="1050"/>
            </a:lvl2pPr>
            <a:lvl3pPr>
              <a:spcBef>
                <a:spcPts val="0"/>
              </a:spcBef>
              <a:defRPr sz="1050"/>
            </a:lvl3pPr>
            <a:lvl4pPr>
              <a:spcBef>
                <a:spcPts val="0"/>
              </a:spcBef>
              <a:defRPr sz="1050"/>
            </a:lvl4pPr>
            <a:lvl5pPr>
              <a:spcBef>
                <a:spcPts val="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D98038E-FA9A-2E7F-DE4F-45D37F116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9989" y="1285875"/>
            <a:ext cx="1861228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B3FDBEC-0A0D-82A4-F347-00CE8AD711B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76586" y="1285875"/>
            <a:ext cx="3818444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03117898"/>
      </p:ext>
    </p:extLst>
  </p:cSld>
  <p:clrMapOvr>
    <a:masterClrMapping/>
  </p:clrMapOvr>
  <p:transition spd="med"/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451"/>
            <a:ext cx="2783986" cy="714971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377FA90-E771-AC82-090E-6FBBAE2633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76586" y="1285876"/>
            <a:ext cx="3818444" cy="3214687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3C39AE1-8603-84DA-CC2F-0C36A1C9D1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5999" y="1285876"/>
            <a:ext cx="3818444" cy="3214687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454077553"/>
      </p:ext>
    </p:extLst>
  </p:cSld>
  <p:clrMapOvr>
    <a:masterClrMapping/>
  </p:clrMapOvr>
  <p:transition spd="med"/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1" y="144019"/>
            <a:ext cx="4141644" cy="1715095"/>
          </a:xfrm>
        </p:spPr>
        <p:txBody>
          <a:bodyPr rIns="457200"/>
          <a:lstStyle>
            <a:lvl1pPr>
              <a:lnSpc>
                <a:spcPct val="100000"/>
              </a:lnSpc>
              <a:defRPr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3A4153E-E96A-682A-6ADB-86D8329C1B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0175" y="144018"/>
            <a:ext cx="1861228" cy="4286845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AA778F7-DDE5-2F6E-F5FA-F5B0F120E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066774" y="144017"/>
            <a:ext cx="1861228" cy="4286844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88698725"/>
      </p:ext>
    </p:extLst>
  </p:cSld>
  <p:clrMapOvr>
    <a:masterClrMapping/>
  </p:clrMapOvr>
  <p:transition spd="med"/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1" y="144451"/>
            <a:ext cx="1857132" cy="1715095"/>
          </a:xfrm>
        </p:spPr>
        <p:txBody>
          <a:bodyPr/>
          <a:lstStyle>
            <a:lvl1pPr>
              <a:lnSpc>
                <a:spcPct val="100000"/>
              </a:lnSpc>
              <a:defRPr sz="16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38C4317-85BF-2C36-29AD-9974CF6DE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0175" y="144018"/>
            <a:ext cx="1861228" cy="4286845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11D0A98E-CDEF-685C-25C7-E4EA3AFDCDF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066774" y="144017"/>
            <a:ext cx="1861228" cy="4286844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2037"/>
      </p:ext>
    </p:extLst>
  </p:cSld>
  <p:clrMapOvr>
    <a:masterClrMapping/>
  </p:clrMapOvr>
  <p:transition spd="med"/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1" y="144019"/>
            <a:ext cx="4139266" cy="1715095"/>
          </a:xfrm>
        </p:spPr>
        <p:txBody>
          <a:bodyPr rIns="457200"/>
          <a:lstStyle>
            <a:lvl1pPr>
              <a:lnSpc>
                <a:spcPct val="100000"/>
              </a:lnSpc>
              <a:defRPr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01EF50-EF95-0C87-38FD-2E0B9FD3E3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796" y="1285876"/>
            <a:ext cx="1861228" cy="3214687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7715D83-2EB0-631E-31DF-DAE49EE1050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71393" y="1285877"/>
            <a:ext cx="1861228" cy="3214687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2EE4CB5-8991-123D-EBF8-1ED34CC50FE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94796" y="144019"/>
            <a:ext cx="1861228" cy="572095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4ACB30C-F320-75FA-F4BC-8A4103FF2F3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066774" y="144019"/>
            <a:ext cx="1861228" cy="572095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89315559"/>
      </p:ext>
    </p:extLst>
  </p:cSld>
  <p:clrMapOvr>
    <a:masterClrMapping/>
  </p:clrMapOvr>
  <p:transition spd="med"/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451"/>
            <a:ext cx="1855943" cy="1715095"/>
          </a:xfrm>
        </p:spPr>
        <p:txBody>
          <a:bodyPr rIns="0"/>
          <a:lstStyle>
            <a:lvl1pPr>
              <a:lnSpc>
                <a:spcPct val="100000"/>
              </a:lnSpc>
              <a:defRPr sz="16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C320D13A-B2E3-8109-F9A4-70AB45A14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796" y="1285876"/>
            <a:ext cx="1861228" cy="3214687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974BDB94-1ECF-14DA-1C2A-F289E665E08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71393" y="1285877"/>
            <a:ext cx="1861228" cy="3214687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6E55AA2-DCD0-9227-A831-24FD27E4CB5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94796" y="144019"/>
            <a:ext cx="1861228" cy="572095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08FF2718-83A0-A416-2862-0D74396362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066774" y="144019"/>
            <a:ext cx="1861228" cy="572095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84626055"/>
      </p:ext>
    </p:extLst>
  </p:cSld>
  <p:clrMapOvr>
    <a:masterClrMapping/>
  </p:clrMapOvr>
  <p:transition spd="med"/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018"/>
            <a:ext cx="1855943" cy="428030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00607" y="144018"/>
            <a:ext cx="1858324" cy="42803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050"/>
            </a:lvl2pPr>
            <a:lvl3pPr>
              <a:lnSpc>
                <a:spcPct val="90000"/>
              </a:lnSpc>
              <a:spcBef>
                <a:spcPts val="0"/>
              </a:spcBef>
              <a:defRPr sz="1050"/>
            </a:lvl3pPr>
            <a:lvl4pPr>
              <a:lnSpc>
                <a:spcPct val="90000"/>
              </a:lnSpc>
              <a:spcBef>
                <a:spcPts val="0"/>
              </a:spcBef>
              <a:defRPr sz="1050"/>
            </a:lvl4pPr>
            <a:lvl5pPr>
              <a:lnSpc>
                <a:spcPct val="9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85690" y="216028"/>
            <a:ext cx="455998" cy="455423"/>
          </a:xfrm>
          <a:prstGeom prst="rect">
            <a:avLst/>
          </a:prstGeom>
        </p:spPr>
        <p:txBody>
          <a:bodyPr anchor="ctr"/>
          <a:lstStyle>
            <a:lvl1pPr algn="ct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7071392" y="216028"/>
            <a:ext cx="456633" cy="456057"/>
          </a:xfrm>
          <a:prstGeom prst="rect">
            <a:avLst/>
          </a:prstGeom>
        </p:spPr>
        <p:txBody>
          <a:bodyPr anchor="ctr"/>
          <a:lstStyle>
            <a:lvl1pPr algn="ct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4570261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C6703E2E-EBF0-C866-7278-E844AFCB3A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9989" y="1285875"/>
            <a:ext cx="1861228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BD2030D9-4E2C-5A41-AC60-E9DAA791E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76588" y="1285875"/>
            <a:ext cx="1861228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2473B493-1BC7-D878-AEAA-C60A2D67B76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71393" y="1285875"/>
            <a:ext cx="1861228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9666076"/>
      </p:ext>
    </p:extLst>
  </p:cSld>
  <p:clrMapOvr>
    <a:masterClrMapping/>
  </p:clrMapOvr>
  <p:transition spd="med"/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15999" y="216028"/>
            <a:ext cx="455998" cy="456057"/>
          </a:xfrm>
          <a:prstGeom prst="rect">
            <a:avLst/>
          </a:prstGeom>
        </p:spPr>
        <p:txBody>
          <a:bodyPr anchor="ctr"/>
          <a:lstStyle>
            <a:lvl1pPr algn="ctr">
              <a:defRPr sz="600" b="0" i="0"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85690" y="216028"/>
            <a:ext cx="455998" cy="456057"/>
          </a:xfrm>
          <a:prstGeom prst="rect">
            <a:avLst/>
          </a:prstGeom>
        </p:spPr>
        <p:txBody>
          <a:bodyPr anchor="ctr"/>
          <a:lstStyle>
            <a:lvl1pPr algn="ctr">
              <a:defRPr sz="600" b="0" i="0"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15999" y="2427733"/>
            <a:ext cx="455998" cy="456057"/>
          </a:xfrm>
          <a:prstGeom prst="rect">
            <a:avLst/>
          </a:prstGeom>
        </p:spPr>
        <p:txBody>
          <a:bodyPr anchor="ctr"/>
          <a:lstStyle>
            <a:lvl1pPr algn="ctr">
              <a:defRPr sz="600" b="0" i="0"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85690" y="2428876"/>
            <a:ext cx="455998" cy="456057"/>
          </a:xfrm>
          <a:prstGeom prst="rect">
            <a:avLst/>
          </a:prstGeom>
        </p:spPr>
        <p:txBody>
          <a:bodyPr anchor="ctr"/>
          <a:lstStyle>
            <a:lvl1pPr algn="ctr">
              <a:defRPr sz="600" b="0" i="0"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 userDrawn="1"/>
        </p:nvCxnSpPr>
        <p:spPr bwMode="auto">
          <a:xfrm>
            <a:off x="4571404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 userDrawn="1"/>
        </p:nvCxnSpPr>
        <p:spPr bwMode="auto">
          <a:xfrm>
            <a:off x="213095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E4E8AF0-4192-FB86-9702-8592B301CA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10190" y="921222"/>
            <a:ext cx="2501177" cy="1150464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5744FFC-849B-8FBD-FF73-B21942BA08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85691" y="921223"/>
            <a:ext cx="2501177" cy="1150463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70A13E8E-060C-6E01-AB11-41A2190116B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16000" y="3135787"/>
            <a:ext cx="2501177" cy="1150461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277838E-5792-202A-65F5-342AF0992E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91500" y="3135786"/>
            <a:ext cx="2501177" cy="1150460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8983596"/>
      </p:ext>
    </p:extLst>
  </p:cSld>
  <p:clrMapOvr>
    <a:masterClrMapping/>
  </p:clrMapOvr>
  <p:transition spd="med"/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630937"/>
            <a:ext cx="2142846" cy="853821"/>
          </a:xfrm>
        </p:spPr>
        <p:txBody>
          <a:bodyPr/>
          <a:lstStyle>
            <a:lvl1pPr>
              <a:lnSpc>
                <a:spcPct val="100000"/>
              </a:lnSpc>
              <a:defRPr sz="16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6001" y="144450"/>
            <a:ext cx="1858324" cy="428030"/>
          </a:xfrm>
          <a:prstGeom prst="rect">
            <a:avLst/>
          </a:prstGeom>
        </p:spPr>
        <p:txBody>
          <a:bodyPr/>
          <a:lstStyle>
            <a:lvl1pPr>
              <a:defRPr sz="10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4FBB383F-F59D-AEC8-4D6C-AC28926B09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72390" y="216029"/>
            <a:ext cx="1861228" cy="1929407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053B001-EDB1-FA28-FFB0-F41FF2D3313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048990" y="216029"/>
            <a:ext cx="1861228" cy="1929407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8F0E9F-03CA-D8CD-75A1-CB650A81E99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72390" y="2500313"/>
            <a:ext cx="1861228" cy="1857375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16D24DB-6F94-3A9D-70FD-B96C2E9E8D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048990" y="2500313"/>
            <a:ext cx="1861228" cy="1857375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57551920"/>
      </p:ext>
    </p:extLst>
  </p:cSld>
  <p:clrMapOvr>
    <a:masterClrMapping/>
  </p:clrMapOvr>
  <p:transition spd="med"/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572644"/>
            <a:ext cx="4141051" cy="853821"/>
          </a:xfrm>
        </p:spPr>
        <p:txBody>
          <a:bodyPr rIns="457200"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6001" y="144451"/>
            <a:ext cx="1858324" cy="16802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0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BEE7923F-2C08-E17F-72B0-F41C361C53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72390" y="216029"/>
            <a:ext cx="1861228" cy="1929407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F52302E-5C35-DCB5-2D11-CC0BE75371A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048990" y="216029"/>
            <a:ext cx="1861228" cy="1929407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44BCD2A-7E42-10EE-E251-907F955BFC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72390" y="2500313"/>
            <a:ext cx="1861228" cy="1857375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FEF5B836-0687-FE12-9EE1-7B2CB112453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048990" y="2500313"/>
            <a:ext cx="1861228" cy="1857375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89835992"/>
      </p:ext>
    </p:extLst>
  </p:cSld>
  <p:clrMapOvr>
    <a:masterClrMapping/>
  </p:clrMapOvr>
  <p:transition spd="med"/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1" y="144451"/>
            <a:ext cx="1858324" cy="1715095"/>
          </a:xfrm>
        </p:spPr>
        <p:txBody>
          <a:bodyPr/>
          <a:lstStyle>
            <a:lvl1pPr>
              <a:lnSpc>
                <a:spcPct val="100000"/>
              </a:lnSpc>
              <a:defRPr sz="16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32141B-6D8C-ADDD-8D24-D2B36038138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72390" y="2496313"/>
            <a:ext cx="1861228" cy="2000343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DBD6A3D-FB96-6A97-1F58-F61F03D3769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048990" y="2496313"/>
            <a:ext cx="1861228" cy="2000343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54BA88F-5BD8-839D-33E8-DAC02350ACA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10191" y="2496312"/>
            <a:ext cx="1861228" cy="2000344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BCA7C7E-4E8C-6B73-007A-21635527B0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486790" y="2496313"/>
            <a:ext cx="1861228" cy="2000343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28483791"/>
      </p:ext>
    </p:extLst>
  </p:cSld>
  <p:clrMapOvr>
    <a:masterClrMapping/>
  </p:clrMapOvr>
  <p:transition spd="med"/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019"/>
            <a:ext cx="4143431" cy="1715095"/>
          </a:xfrm>
        </p:spPr>
        <p:txBody>
          <a:bodyPr rIns="457200"/>
          <a:lstStyle>
            <a:lvl1pPr>
              <a:lnSpc>
                <a:spcPct val="100000"/>
              </a:lnSpc>
              <a:defRPr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34340CDF-396E-8FEA-9F33-A868AEB7DE6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72390" y="2496313"/>
            <a:ext cx="1861228" cy="2000343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04B77E5-DBD6-E6DD-D620-C878361A7B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048990" y="2496313"/>
            <a:ext cx="1861228" cy="2000343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C83D79D-159D-684B-A0A2-E6DD61C3A50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10191" y="2496312"/>
            <a:ext cx="1861228" cy="2000344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50B9EEB-A8EA-2744-D650-EC7233DAFF4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486790" y="2496313"/>
            <a:ext cx="1861228" cy="2000343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17222494"/>
      </p:ext>
    </p:extLst>
  </p:cSld>
  <p:clrMapOvr>
    <a:masterClrMapping/>
  </p:clrMapOvr>
  <p:transition spd="med"/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450"/>
            <a:ext cx="1855943" cy="1715096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74FE312-96C3-0801-8AFE-48C53A385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72390" y="216029"/>
            <a:ext cx="1861228" cy="1929407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BFE072FD-410A-B1CF-4BD5-EFE459133BB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048990" y="216029"/>
            <a:ext cx="1861228" cy="1929407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1C0822F6-B969-1E92-CC74-0CBB1126A9C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772390" y="2500313"/>
            <a:ext cx="1861228" cy="1857375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AB4B51-7CBC-4B83-F837-82517C33FEB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048990" y="2500313"/>
            <a:ext cx="1861228" cy="1857375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AB00072-45AF-510F-C146-BAC3B20406F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499418" y="216028"/>
            <a:ext cx="1861228" cy="1929407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4503F3E-D426-7E9E-BDBD-CDA2B731934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499418" y="2500312"/>
            <a:ext cx="1861228" cy="1857374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1650956"/>
      </p:ext>
    </p:extLst>
  </p:cSld>
  <p:clrMapOvr>
    <a:masterClrMapping/>
  </p:clrMapOvr>
  <p:transition spd="med"/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450"/>
            <a:ext cx="1855943" cy="1072158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499987" y="216028"/>
            <a:ext cx="150857" cy="151209"/>
          </a:xfrm>
          <a:prstGeom prst="rect">
            <a:avLst/>
          </a:prstGeom>
        </p:spPr>
        <p:txBody>
          <a:bodyPr/>
          <a:lstStyle>
            <a:lvl1pPr>
              <a:defRPr sz="5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85690" y="216028"/>
            <a:ext cx="150857" cy="151209"/>
          </a:xfrm>
          <a:prstGeom prst="rect">
            <a:avLst/>
          </a:prstGeom>
        </p:spPr>
        <p:txBody>
          <a:bodyPr/>
          <a:lstStyle>
            <a:lvl1pPr>
              <a:defRPr sz="5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071393" y="216028"/>
            <a:ext cx="150857" cy="151209"/>
          </a:xfrm>
          <a:prstGeom prst="rect">
            <a:avLst/>
          </a:prstGeom>
        </p:spPr>
        <p:txBody>
          <a:bodyPr/>
          <a:lstStyle>
            <a:lvl1pPr>
              <a:defRPr sz="5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499987" y="2510488"/>
            <a:ext cx="150857" cy="151209"/>
          </a:xfrm>
          <a:prstGeom prst="rect">
            <a:avLst/>
          </a:prstGeom>
        </p:spPr>
        <p:txBody>
          <a:bodyPr/>
          <a:lstStyle>
            <a:lvl1pPr>
              <a:defRPr sz="5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785690" y="2510488"/>
            <a:ext cx="150857" cy="151209"/>
          </a:xfrm>
          <a:prstGeom prst="rect">
            <a:avLst/>
          </a:prstGeom>
        </p:spPr>
        <p:txBody>
          <a:bodyPr/>
          <a:lstStyle>
            <a:lvl1pPr>
              <a:defRPr sz="5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071393" y="2510488"/>
            <a:ext cx="150857" cy="151209"/>
          </a:xfrm>
          <a:prstGeom prst="rect">
            <a:avLst/>
          </a:prstGeom>
        </p:spPr>
        <p:txBody>
          <a:bodyPr/>
          <a:lstStyle>
            <a:lvl1pPr>
              <a:defRPr sz="5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2CDB94-BA57-B58F-95F0-D406FE34BB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4" y="2286000"/>
            <a:ext cx="664520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CBE6E3-0E18-8A57-578D-D314948AF14F}"/>
              </a:ext>
            </a:extLst>
          </p:cNvPr>
          <p:cNvCxnSpPr/>
          <p:nvPr userDrawn="1"/>
        </p:nvCxnSpPr>
        <p:spPr bwMode="auto">
          <a:xfrm>
            <a:off x="2285701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200B05-7E36-4E03-3739-0BA983764616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FF3B59-8BBA-8C99-9D4D-743723E434FC}"/>
              </a:ext>
            </a:extLst>
          </p:cNvPr>
          <p:cNvCxnSpPr/>
          <p:nvPr userDrawn="1"/>
        </p:nvCxnSpPr>
        <p:spPr bwMode="auto">
          <a:xfrm>
            <a:off x="4570261" y="21259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784E564-F094-C65E-4C30-6AD26FD6AE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72390" y="535279"/>
            <a:ext cx="1861228" cy="1393531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B384162-F420-216E-B250-BA49ED23AA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048990" y="535280"/>
            <a:ext cx="1861228" cy="1393529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D5D50EC-56AE-CB68-AF0D-967D997C22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72390" y="2819563"/>
            <a:ext cx="1861228" cy="1395246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5DF0382-EAC2-42E6-8F3C-D78D9970116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48990" y="2819563"/>
            <a:ext cx="1861228" cy="1395244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63E7DA-FA91-79CE-F137-C4CFF423781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499418" y="535278"/>
            <a:ext cx="1861228" cy="1393530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3E415E0-33AF-4F69-4718-A13AF38331B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499418" y="2819563"/>
            <a:ext cx="1861228" cy="1395245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6720356"/>
      </p:ext>
    </p:extLst>
  </p:cSld>
  <p:clrMapOvr>
    <a:masterClrMapping/>
  </p:clrMapOvr>
  <p:transition spd="med"/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8" y="144018"/>
            <a:ext cx="4139264" cy="1279922"/>
          </a:xfrm>
        </p:spPr>
        <p:txBody>
          <a:bodyPr rIns="457200"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15476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1" y="2286001"/>
            <a:ext cx="0" cy="221456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4570261" y="21259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22EB5F78-B3F7-EBA1-BE53-B96CA397D9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72390" y="216029"/>
            <a:ext cx="1861228" cy="1929407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BFFEAD4C-1129-22EA-9ED5-9BE409A0C74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048990" y="216029"/>
            <a:ext cx="1861228" cy="1929407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91719EAC-72ED-B4B5-CA48-EB23C5EB8B0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772390" y="2500313"/>
            <a:ext cx="1861228" cy="1857375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8C9C88E-05A2-25E3-4571-C794E968D7F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048990" y="2500313"/>
            <a:ext cx="1861228" cy="1857375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D76302BE-E896-F153-8F88-B63A433B5C2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15477" y="2499742"/>
            <a:ext cx="1861228" cy="1857943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FF14BC99-A0C2-45B6-C1F6-84D3EACEDF4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499418" y="2500312"/>
            <a:ext cx="1861228" cy="1857374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32976207"/>
      </p:ext>
    </p:extLst>
  </p:cSld>
  <p:clrMapOvr>
    <a:masterClrMapping/>
  </p:clrMapOvr>
  <p:transition spd="med"/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450"/>
            <a:ext cx="1855943" cy="1279922"/>
          </a:xfrm>
        </p:spPr>
        <p:txBody>
          <a:bodyPr rIns="0"/>
          <a:lstStyle>
            <a:lvl1pPr>
              <a:lnSpc>
                <a:spcPct val="100000"/>
              </a:lnSpc>
              <a:defRPr sz="16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15476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1" y="2286001"/>
            <a:ext cx="0" cy="221456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6857108" y="21371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4570261" y="212599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BA90B24-A7AA-EE26-4DF0-B0850F874CC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6977" y="2499742"/>
            <a:ext cx="1884556" cy="1857943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293E5F0-8E0D-8611-485C-03E54EE01CA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496949" y="2499742"/>
            <a:ext cx="1884556" cy="1857941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5B5649-C746-EAC6-E506-88A5EE6297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771407" y="2513033"/>
            <a:ext cx="1884556" cy="1844647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1C336AE-32DC-6A3D-A0A5-FD3BEEE59F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046007" y="2499741"/>
            <a:ext cx="1866798" cy="1857936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8F4A404-A74C-F889-564A-6677AB4E33D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053666" y="216029"/>
            <a:ext cx="1866798" cy="1929407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D20BC60-A254-2972-5466-846B4E395A1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59021" y="216028"/>
            <a:ext cx="1866798" cy="1929405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2586827"/>
      </p:ext>
    </p:extLst>
  </p:cSld>
  <p:clrMapOvr>
    <a:masterClrMapping/>
  </p:clrMapOvr>
  <p:transition spd="med"/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450"/>
            <a:ext cx="1855943" cy="572096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85690" y="213718"/>
            <a:ext cx="4142836" cy="471547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97050FE-79BA-7876-7C87-1EBC54ABDE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06978" y="1285875"/>
            <a:ext cx="1864441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1D7D74-3344-9F6B-7157-4A7E1AB4834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500583" y="1285875"/>
            <a:ext cx="1864441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34062721"/>
      </p:ext>
    </p:extLst>
  </p:cSld>
  <p:clrMapOvr>
    <a:masterClrMapping/>
  </p:clrMapOvr>
  <p:transition spd="med"/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450"/>
            <a:ext cx="1855943" cy="572096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9140" y="4839237"/>
            <a:ext cx="99386" cy="9233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285702" y="0"/>
            <a:ext cx="6858299" cy="514350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581521-9341-A586-10B8-D3CD3EBBADF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6978" y="1285875"/>
            <a:ext cx="1864441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953869416"/>
      </p:ext>
    </p:extLst>
  </p:cSld>
  <p:clrMapOvr>
    <a:masterClrMapping/>
  </p:clrMapOvr>
  <p:transition spd="med"/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450"/>
            <a:ext cx="1855943" cy="572096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9140" y="4839237"/>
            <a:ext cx="99386" cy="9233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499988" y="211932"/>
            <a:ext cx="6430919" cy="4717256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D171C2C-D5EE-B66A-FC5F-45245937D1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1125" y="1285875"/>
            <a:ext cx="1861228" cy="3214688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05513941"/>
      </p:ext>
    </p:extLst>
  </p:cSld>
  <p:clrMapOvr>
    <a:masterClrMapping/>
  </p:clrMapOvr>
  <p:transition spd="med"/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9140" y="4839235"/>
            <a:ext cx="99386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341285510"/>
      </p:ext>
    </p:extLst>
  </p:cSld>
  <p:clrMapOvr>
    <a:masterClrMapping/>
  </p:clrMapOvr>
  <p:transition spd="med"/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9140" y="4839235"/>
            <a:ext cx="99386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3095" y="213718"/>
            <a:ext cx="8715431" cy="4717851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640437715"/>
      </p:ext>
    </p:extLst>
  </p:cSld>
  <p:clrMapOvr>
    <a:masterClrMapping/>
  </p:clrMapOvr>
  <p:transition spd="med"/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5999" y="2293921"/>
            <a:ext cx="927376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15999" y="3571875"/>
            <a:ext cx="927376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15999" y="982078"/>
            <a:ext cx="927376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783309" y="2295525"/>
            <a:ext cx="927376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83309" y="3571875"/>
            <a:ext cx="927376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783309" y="1000125"/>
            <a:ext cx="927376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2BD9F85F-FC85-6E91-ADD3-38F0F5BEE2E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786214" y="2293921"/>
            <a:ext cx="872969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8FF7CC5C-A250-D817-B1E6-EBD584F08B1B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786214" y="3571875"/>
            <a:ext cx="872969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9416EBE0-0E9C-366F-583C-0BE751DA2B3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4786214" y="992277"/>
            <a:ext cx="872969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450"/>
            <a:ext cx="1855943" cy="572096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4C60C05-9B2E-E5AA-E325-3B56BC1B458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255946" y="982079"/>
            <a:ext cx="2158405" cy="946735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E5379598-B132-493E-3A4A-13641BF453F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255946" y="2293922"/>
            <a:ext cx="2158405" cy="922614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D387A7EC-6D77-1F31-248D-AF22142944D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255945" y="3571875"/>
            <a:ext cx="2191072" cy="922614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2" name="Picture Placeholder 7">
            <a:extLst>
              <a:ext uri="{FF2B5EF4-FFF2-40B4-BE49-F238E27FC236}">
                <a16:creationId xmlns:a16="http://schemas.microsoft.com/office/drawing/2014/main" id="{79C6738A-ED82-E7BB-C9BF-8057E77ED4B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783212" y="2304121"/>
            <a:ext cx="927376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33" name="Picture Placeholder 7">
            <a:extLst>
              <a:ext uri="{FF2B5EF4-FFF2-40B4-BE49-F238E27FC236}">
                <a16:creationId xmlns:a16="http://schemas.microsoft.com/office/drawing/2014/main" id="{24967257-4251-A48B-9DE6-F07EC4EC0362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4783212" y="3582075"/>
            <a:ext cx="927376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34" name="Picture Placeholder 7">
            <a:extLst>
              <a:ext uri="{FF2B5EF4-FFF2-40B4-BE49-F238E27FC236}">
                <a16:creationId xmlns:a16="http://schemas.microsoft.com/office/drawing/2014/main" id="{4A6B1635-0D2E-93F5-D353-C9B1B58E7780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783212" y="992277"/>
            <a:ext cx="927376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44" name="Picture Placeholder 7">
            <a:extLst>
              <a:ext uri="{FF2B5EF4-FFF2-40B4-BE49-F238E27FC236}">
                <a16:creationId xmlns:a16="http://schemas.microsoft.com/office/drawing/2014/main" id="{0541A3D3-1296-6D28-80F6-210E0C86167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783211" y="2311968"/>
            <a:ext cx="859042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45" name="Picture Placeholder 7">
            <a:extLst>
              <a:ext uri="{FF2B5EF4-FFF2-40B4-BE49-F238E27FC236}">
                <a16:creationId xmlns:a16="http://schemas.microsoft.com/office/drawing/2014/main" id="{EE31C9DF-6A33-F9E3-7394-0B59091621E3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4783211" y="3589923"/>
            <a:ext cx="859042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1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46" name="Picture Placeholder 7">
            <a:extLst>
              <a:ext uri="{FF2B5EF4-FFF2-40B4-BE49-F238E27FC236}">
                <a16:creationId xmlns:a16="http://schemas.microsoft.com/office/drawing/2014/main" id="{2CAAA857-D33B-2769-F70D-96215C29A417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783211" y="1000125"/>
            <a:ext cx="859042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3412D36A-B5BE-A294-20DF-30B55A06C5A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823156" y="1000125"/>
            <a:ext cx="2191072" cy="946735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ED900610-36FC-D7DA-7651-CC7E3D3200D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823156" y="2311969"/>
            <a:ext cx="2191072" cy="922614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BFEAE0F0-F94C-F405-C850-B3545368F69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823156" y="3589923"/>
            <a:ext cx="2191072" cy="922614"/>
          </a:xfrm>
          <a:prstGeom prst="rect">
            <a:avLst/>
          </a:prstGeom>
        </p:spPr>
        <p:txBody>
          <a:bodyPr/>
          <a:lstStyle>
            <a:lvl1pPr defTabSz="435489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2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3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5" indent="-122852" defTabSz="4354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9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2900026"/>
      </p:ext>
    </p:extLst>
  </p:cSld>
  <p:clrMapOvr>
    <a:masterClrMapping/>
  </p:clrMapOvr>
  <p:transition spd="med"/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451"/>
            <a:ext cx="1855943" cy="1715095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2499988" y="213719"/>
            <a:ext cx="6428539" cy="4286845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296389"/>
      </p:ext>
    </p:extLst>
  </p:cSld>
  <p:clrMapOvr>
    <a:masterClrMapping/>
  </p:clrMapOvr>
  <p:transition spd="med"/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001" y="144450"/>
            <a:ext cx="1858324" cy="10721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1393" y="213719"/>
            <a:ext cx="1857132" cy="428684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54865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9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4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95479"/>
      </p:ext>
    </p:extLst>
  </p:cSld>
  <p:clrMapOvr>
    <a:masterClrMapping/>
  </p:clrMapOvr>
  <p:transition spd="med"/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44451"/>
            <a:ext cx="1855943" cy="572643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460544"/>
      </p:ext>
    </p:extLst>
  </p:cSld>
  <p:clrMapOvr>
    <a:masterClrMapping/>
  </p:clrMapOvr>
  <p:transition spd="med"/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001" y="144450"/>
            <a:ext cx="1858324" cy="10721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1393" y="213719"/>
            <a:ext cx="1857132" cy="428684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54865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9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4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7857" y="4801791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5692" y="213719"/>
            <a:ext cx="1857132" cy="428684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54865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9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4" indent="-54865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9140" y="4852064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178638"/>
      </p:ext>
    </p:extLst>
  </p:cSld>
  <p:clrMapOvr>
    <a:masterClrMapping/>
  </p:clrMapOvr>
  <p:transition spd="med"/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24004" y="2313174"/>
            <a:ext cx="1295993" cy="51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162509"/>
      </p:ext>
    </p:extLst>
  </p:cSld>
  <p:clrMapOvr>
    <a:masterClrMapping/>
  </p:clrMapOvr>
  <p:transition spd="med"/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45005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4" y="157734"/>
            <a:ext cx="4143431" cy="2358033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094" y="4535349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5059" y="4535349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6275" y="4701045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688943"/>
      </p:ext>
    </p:extLst>
  </p:cSld>
  <p:clrMapOvr>
    <a:masterClrMapping/>
  </p:clrMapOvr>
  <p:transition spd="med"/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4286" tIns="34286" rIns="34286" bIns="34286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42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525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4" y="157734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1A05E1-C4FC-6CB8-4FF6-0C8D93ACE5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6275" y="4701045"/>
            <a:ext cx="614283" cy="2286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094" y="4535349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5059" y="4535349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83191644"/>
      </p:ext>
    </p:extLst>
  </p:cSld>
  <p:clrMapOvr>
    <a:masterClrMapping/>
  </p:clrMapOvr>
  <p:transition spd="med"/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4" y="157734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6B9281-0E53-739D-E17B-6D94770D30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6275" y="4701045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270696"/>
      </p:ext>
    </p:extLst>
  </p:cSld>
  <p:clrMapOvr>
    <a:masterClrMapping/>
  </p:clrMapOvr>
  <p:transition spd="med"/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4" y="157734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3094" y="4679429"/>
            <a:ext cx="4143431" cy="28575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2DCEBD-8062-3355-4A71-D28385043E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6275" y="4701045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408527"/>
      </p:ext>
    </p:extLst>
  </p:cSld>
  <p:clrMapOvr>
    <a:masterClrMapping/>
  </p:clrMapOvr>
  <p:transition spd="med"/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85689" y="213718"/>
            <a:ext cx="4142836" cy="471547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71" y="157734"/>
            <a:ext cx="3787409" cy="3929658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3359" y="4700356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417026"/>
      </p:ext>
    </p:extLst>
  </p:cSld>
  <p:clrMapOvr>
    <a:masterClrMapping/>
  </p:clrMapOvr>
  <p:transition spd="med"/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85689" y="213718"/>
            <a:ext cx="4142836" cy="471547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4" y="641747"/>
            <a:ext cx="3786885" cy="3501628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3094" y="214312"/>
            <a:ext cx="3786885" cy="214313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1E1290-FE86-28FE-CC32-A32973D2D1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3359" y="4700356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60332"/>
      </p:ext>
    </p:extLst>
  </p:cSld>
  <p:clrMapOvr>
    <a:masterClrMapping/>
  </p:clrMapOvr>
  <p:transition spd="med"/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4" y="168021"/>
            <a:ext cx="1858324" cy="1715095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5689" y="213718"/>
            <a:ext cx="1857133" cy="4286845"/>
          </a:xfrm>
        </p:spPr>
        <p:txBody>
          <a:bodyPr/>
          <a:lstStyle>
            <a:lvl1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72582" y="213718"/>
            <a:ext cx="1855943" cy="4286845"/>
          </a:xfrm>
        </p:spPr>
        <p:txBody>
          <a:bodyPr/>
          <a:lstStyle>
            <a:lvl1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7F4D3A79-AFC3-BF88-B6CC-E6183F615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5932" y="4837777"/>
            <a:ext cx="102593" cy="923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2DCF13-4170-1EDA-F05B-655609585EC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41179"/>
      </p:ext>
    </p:extLst>
  </p:cSld>
  <p:clrMapOvr>
    <a:masterClrMapping/>
  </p:clrMapOvr>
  <p:transition spd="med"/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4" y="168021"/>
            <a:ext cx="4143431" cy="1072158"/>
          </a:xfrm>
        </p:spPr>
        <p:txBody>
          <a:bodyPr rIns="457200"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B1796CE7-FE67-2667-09E7-6A5DEF68AE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5932" y="4837777"/>
            <a:ext cx="102593" cy="923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FA44BF-58DD-7FDA-8FF0-96DD7616B72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472297"/>
      </p:ext>
    </p:extLst>
  </p:cSld>
  <p:clrMapOvr>
    <a:masterClrMapping/>
  </p:clrMapOvr>
  <p:transition spd="med"/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142875"/>
            <a:ext cx="6427347" cy="3071813"/>
          </a:xfrm>
        </p:spPr>
        <p:txBody>
          <a:bodyPr/>
          <a:lstStyle>
            <a:lvl1pPr>
              <a:defRPr sz="645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0C9739F-E9DC-E9F7-C95C-1CC2D2A4AD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5932" y="4837777"/>
            <a:ext cx="102593" cy="923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59283E-393C-983A-4DEF-680312DA49C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435943"/>
      </p:ext>
    </p:extLst>
  </p:cSld>
  <p:clrMapOvr>
    <a:masterClrMapping/>
  </p:clrMapOvr>
  <p:transition spd="med"/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4" y="168021"/>
            <a:ext cx="3715457" cy="107215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8287" y="168021"/>
            <a:ext cx="4140238" cy="32152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 marL="219456" indent="-219456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2pPr>
            <a:lvl3pPr marL="411480" indent="-219456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3pPr>
            <a:lvl4pPr marL="658368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B8A15A1C-3CA6-9F1A-8EB1-9457489FC9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2A9BFF-2196-C7EB-8D92-65A91971211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219748"/>
      </p:ext>
    </p:extLst>
  </p:cSld>
  <p:clrMapOvr>
    <a:masterClrMapping/>
  </p:clrMapOvr>
  <p:transition spd="med"/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4" y="150876"/>
            <a:ext cx="5497590" cy="3643908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1AC698F3-E0DB-1FF3-7445-7480226D1D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5932" y="4837777"/>
            <a:ext cx="102593" cy="923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937611-FC61-E2BE-9D7D-38E4AAB40E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528590"/>
      </p:ext>
    </p:extLst>
  </p:cSld>
  <p:clrMapOvr>
    <a:masterClrMapping/>
  </p:clrMapOvr>
  <p:transition spd="med"/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3094" y="3486150"/>
            <a:ext cx="4143431" cy="1328738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9675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85689" y="3486150"/>
            <a:ext cx="4142836" cy="1328738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9675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CC6925-298E-960E-CA92-0BC8FB18CE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5689" y="213717"/>
            <a:ext cx="2857128" cy="235803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6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2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38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095" y="213717"/>
            <a:ext cx="2858318" cy="235803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6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2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38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1E6B91-2983-AF71-00DD-3FBCA7243F8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4572000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361900"/>
      </p:ext>
    </p:extLst>
  </p:cSld>
  <p:clrMapOvr>
    <a:masterClrMapping/>
  </p:clrMapOvr>
  <p:transition spd="med"/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87475" y="159930"/>
            <a:ext cx="1855943" cy="714971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71392" y="161120"/>
            <a:ext cx="1855943" cy="713780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99987" y="159921"/>
            <a:ext cx="1856538" cy="715467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213717"/>
            <a:ext cx="1855943" cy="1072158"/>
          </a:xfrm>
        </p:spPr>
        <p:txBody>
          <a:bodyPr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705BEB-F3AA-BF3A-70A5-738D5EE71F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7" y="4500563"/>
            <a:ext cx="1856538" cy="428625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54864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8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2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7" y="874901"/>
            <a:ext cx="1856538" cy="362739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89" y="875495"/>
            <a:ext cx="1857133" cy="362506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86026" y="874900"/>
            <a:ext cx="1857133" cy="362506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AAEFAA-EB42-1E87-74E6-FE0BC9198F8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324738"/>
      </p:ext>
    </p:extLst>
  </p:cSld>
  <p:clrMapOvr>
    <a:masterClrMapping/>
  </p:clrMapOvr>
  <p:transition spd="med"/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13094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475" y="150876"/>
            <a:ext cx="1855943" cy="2000846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E26407-6C5D-60C9-0C0E-7B195B9AB4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7" y="150876"/>
            <a:ext cx="4142836" cy="200084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1pPr>
            <a:lvl2pPr marL="294894" indent="-294894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2pPr>
            <a:lvl3pPr marL="562356" indent="-294894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3pPr>
            <a:lvl4pPr marL="857250" indent="-294894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5475" y="2428875"/>
            <a:ext cx="1855943" cy="2000250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9987" y="2428875"/>
            <a:ext cx="4142836" cy="20002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1pPr>
            <a:lvl2pPr marL="294894" indent="-294894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2pPr>
            <a:lvl3pPr marL="562356" indent="-294894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3pPr>
            <a:lvl4pPr marL="857250" indent="-294894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180B3-2893-7D56-D6DE-1FBBB98BCFF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68456"/>
      </p:ext>
    </p:extLst>
  </p:cSld>
  <p:clrMapOvr>
    <a:masterClrMapping/>
  </p:clrMapOvr>
  <p:transition spd="med"/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2499987" y="3071813"/>
            <a:ext cx="642853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2499987" y="1500188"/>
            <a:ext cx="642853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99987" y="154305"/>
            <a:ext cx="1856538" cy="1072158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213717"/>
            <a:ext cx="1855943" cy="1072158"/>
          </a:xfrm>
        </p:spPr>
        <p:txBody>
          <a:bodyPr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705BEB-F3AA-BF3A-70A5-738D5EE71F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7" y="4500563"/>
            <a:ext cx="1856538" cy="428625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89" y="213717"/>
            <a:ext cx="2857128" cy="107215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89" y="1643062"/>
            <a:ext cx="2857128" cy="10715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89" y="3214687"/>
            <a:ext cx="2857128" cy="10715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99987" y="1570482"/>
            <a:ext cx="1856538" cy="1071565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99988" y="3151251"/>
            <a:ext cx="1856537" cy="1071565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C83D42-3DD5-2001-8C3E-782B4D95A03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199027"/>
      </p:ext>
    </p:extLst>
  </p:cSld>
  <p:clrMapOvr>
    <a:masterClrMapping/>
  </p:clrMapOvr>
  <p:transition spd="med"/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3094" y="1285875"/>
            <a:ext cx="1858324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7" y="1285875"/>
            <a:ext cx="1856538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89" y="1285875"/>
            <a:ext cx="1857133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1285875"/>
            <a:ext cx="1859514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5F833F-819E-FEB3-6037-605097B842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425581"/>
      </p:ext>
    </p:extLst>
  </p:cSld>
  <p:clrMapOvr>
    <a:masterClrMapping/>
  </p:clrMapOvr>
  <p:transition spd="med"/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7" y="1285875"/>
            <a:ext cx="1856538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89" y="1285875"/>
            <a:ext cx="1857133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1285875"/>
            <a:ext cx="185951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7" y="213718"/>
            <a:ext cx="1858324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4880" y="1285875"/>
            <a:ext cx="1856538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1FF02-34C5-308A-3988-828D780376C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2" y="1285875"/>
            <a:ext cx="0" cy="32146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4570262" y="1285875"/>
            <a:ext cx="0" cy="321640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6857107" y="1285875"/>
            <a:ext cx="0" cy="321640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2334"/>
      </p:ext>
    </p:extLst>
  </p:cSld>
  <p:clrMapOvr>
    <a:masterClrMapping/>
  </p:clrMapOvr>
  <p:transition spd="med"/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7" y="1285875"/>
            <a:ext cx="1856538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89" y="1285875"/>
            <a:ext cx="1857133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1285875"/>
            <a:ext cx="1859514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7" y="213718"/>
            <a:ext cx="1858324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89" y="213718"/>
            <a:ext cx="1857133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2" y="213718"/>
            <a:ext cx="1859514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E0B47-A14A-7711-58D6-E30775CBE07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2285702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4570262" y="21259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6857107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79758"/>
      </p:ext>
    </p:extLst>
  </p:cSld>
  <p:clrMapOvr>
    <a:masterClrMapping/>
  </p:clrMapOvr>
  <p:transition spd="med"/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213717"/>
            <a:ext cx="1855943" cy="786408"/>
          </a:xfrm>
        </p:spPr>
        <p:txBody>
          <a:bodyPr/>
          <a:lstStyle>
            <a:lvl1pPr>
              <a:lnSpc>
                <a:spcPct val="110000"/>
              </a:lnSpc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676393-AEDE-7EDE-3939-625DBAB04E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3094" y="1285875"/>
            <a:ext cx="1858324" cy="150018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7" y="1285875"/>
            <a:ext cx="1856538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9769" y="1285875"/>
            <a:ext cx="185305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1285875"/>
            <a:ext cx="1857133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99987" y="213717"/>
            <a:ext cx="428569" cy="428030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90509" y="213717"/>
            <a:ext cx="428569" cy="428030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71392" y="214610"/>
            <a:ext cx="428569" cy="428030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2285702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4570262" y="21259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6857107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521374"/>
      </p:ext>
    </p:extLst>
  </p:cSld>
  <p:clrMapOvr>
    <a:masterClrMapping/>
  </p:clrMapOvr>
  <p:transition spd="med"/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150876"/>
            <a:ext cx="1855943" cy="428030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7" y="1285875"/>
            <a:ext cx="1856538" cy="3214688"/>
          </a:xfrm>
        </p:spPr>
        <p:txBody>
          <a:bodyPr/>
          <a:lstStyle>
            <a:lvl1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89" y="1285875"/>
            <a:ext cx="3785695" cy="3214688"/>
          </a:xfrm>
        </p:spPr>
        <p:txBody>
          <a:bodyPr/>
          <a:lstStyle>
            <a:lvl1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7" y="150876"/>
            <a:ext cx="1858324" cy="42803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050"/>
            </a:lvl2pPr>
            <a:lvl3pPr>
              <a:spcBef>
                <a:spcPts val="0"/>
              </a:spcBef>
              <a:defRPr sz="1050"/>
            </a:lvl3pPr>
            <a:lvl4pPr>
              <a:spcBef>
                <a:spcPts val="0"/>
              </a:spcBef>
              <a:defRPr sz="1050"/>
            </a:lvl4pPr>
            <a:lvl5pPr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818913"/>
      </p:ext>
    </p:extLst>
  </p:cSld>
  <p:clrMapOvr>
    <a:masterClrMapping/>
  </p:clrMapOvr>
  <p:transition spd="med"/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213717"/>
            <a:ext cx="2783985" cy="714971"/>
          </a:xfrm>
        </p:spPr>
        <p:txBody>
          <a:bodyPr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734B11-1656-9EAF-DD45-A5D6A33842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3094" y="1285875"/>
            <a:ext cx="3786885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89" y="1285875"/>
            <a:ext cx="3785695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740133"/>
      </p:ext>
    </p:extLst>
  </p:cSld>
  <p:clrMapOvr>
    <a:masterClrMapping/>
  </p:clrMapOvr>
  <p:transition spd="med"/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168021"/>
            <a:ext cx="4141645" cy="1715095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4A615-A6A2-86F8-03A2-CEF572275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5689" y="213718"/>
            <a:ext cx="1857133" cy="4286845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71392" y="213718"/>
            <a:ext cx="1857133" cy="4286845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758389"/>
      </p:ext>
    </p:extLst>
  </p:cSld>
  <p:clrMapOvr>
    <a:masterClrMapping/>
  </p:clrMapOvr>
  <p:transition spd="med"/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213718"/>
            <a:ext cx="1857133" cy="1715095"/>
          </a:xfrm>
        </p:spPr>
        <p:txBody>
          <a:bodyPr/>
          <a:lstStyle>
            <a:lvl1pPr>
              <a:lnSpc>
                <a:spcPct val="10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4A615-A6A2-86F8-03A2-CEF572275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5689" y="213718"/>
            <a:ext cx="1857133" cy="4286845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71392" y="213718"/>
            <a:ext cx="1857133" cy="4286845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42270"/>
      </p:ext>
    </p:extLst>
  </p:cSld>
  <p:clrMapOvr>
    <a:masterClrMapping/>
  </p:clrMapOvr>
  <p:transition spd="med"/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4" y="168021"/>
            <a:ext cx="4139265" cy="1715095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551101-FB7D-9102-EFD1-3EDEE9F317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89" y="213718"/>
            <a:ext cx="1857133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2" y="213718"/>
            <a:ext cx="1859514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89" y="1285875"/>
            <a:ext cx="1857133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3773" y="1285875"/>
            <a:ext cx="1857133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210761"/>
      </p:ext>
    </p:extLst>
  </p:cSld>
  <p:clrMapOvr>
    <a:masterClrMapping/>
  </p:clrMapOvr>
  <p:transition spd="med"/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213718"/>
            <a:ext cx="1855943" cy="1715095"/>
          </a:xfrm>
        </p:spPr>
        <p:txBody>
          <a:bodyPr rIns="0"/>
          <a:lstStyle>
            <a:lvl1pPr>
              <a:lnSpc>
                <a:spcPct val="10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551101-FB7D-9102-EFD1-3EDEE9F317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89" y="213718"/>
            <a:ext cx="1857133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2" y="213718"/>
            <a:ext cx="1859514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89" y="1285875"/>
            <a:ext cx="1857133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3773" y="1285875"/>
            <a:ext cx="1857133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43516"/>
      </p:ext>
    </p:extLst>
  </p:cSld>
  <p:clrMapOvr>
    <a:masterClrMapping/>
  </p:clrMapOvr>
  <p:transition spd="med"/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150876"/>
            <a:ext cx="1855943" cy="428030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7" y="1285875"/>
            <a:ext cx="1856538" cy="3214688"/>
          </a:xfrm>
        </p:spPr>
        <p:txBody>
          <a:bodyPr/>
          <a:lstStyle>
            <a:lvl1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89" y="1285875"/>
            <a:ext cx="1857133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1285875"/>
            <a:ext cx="1859514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7" y="150876"/>
            <a:ext cx="1858324" cy="42803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050"/>
            </a:lvl2pPr>
            <a:lvl3pPr>
              <a:lnSpc>
                <a:spcPct val="90000"/>
              </a:lnSpc>
              <a:spcBef>
                <a:spcPts val="0"/>
              </a:spcBef>
              <a:defRPr sz="1050"/>
            </a:lvl3pPr>
            <a:lvl4pPr>
              <a:lnSpc>
                <a:spcPct val="90000"/>
              </a:lnSpc>
              <a:spcBef>
                <a:spcPts val="0"/>
              </a:spcBef>
              <a:defRPr sz="1050"/>
            </a:lvl4pPr>
            <a:lvl5pPr>
              <a:lnSpc>
                <a:spcPct val="9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85689" y="213717"/>
            <a:ext cx="428569" cy="428030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71392" y="213717"/>
            <a:ext cx="428569" cy="428030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4570262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6857107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045099"/>
      </p:ext>
    </p:extLst>
  </p:cSld>
  <p:clrMapOvr>
    <a:masterClrMapping/>
  </p:clrMapOvr>
  <p:transition spd="med"/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1EAF36-C07D-DC5F-83A7-C84A1CC9D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3095" y="928688"/>
            <a:ext cx="2501177" cy="1143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6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2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38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89" y="928688"/>
            <a:ext cx="2499987" cy="1143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6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2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38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3094" y="3143250"/>
            <a:ext cx="2501178" cy="1143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6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2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38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90" y="3143250"/>
            <a:ext cx="2499987" cy="1143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6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2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38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13689" y="213717"/>
            <a:ext cx="429760" cy="428030"/>
          </a:xfrm>
        </p:spPr>
        <p:txBody>
          <a:bodyPr anchor="ctr"/>
          <a:lstStyle>
            <a:lvl1pPr algn="ctr">
              <a:defRPr sz="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85689" y="213717"/>
            <a:ext cx="428569" cy="428030"/>
          </a:xfrm>
        </p:spPr>
        <p:txBody>
          <a:bodyPr anchor="ctr"/>
          <a:lstStyle>
            <a:lvl1pPr algn="ctr">
              <a:defRPr sz="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13689" y="2428875"/>
            <a:ext cx="429760" cy="428625"/>
          </a:xfrm>
        </p:spPr>
        <p:txBody>
          <a:bodyPr anchor="ctr"/>
          <a:lstStyle>
            <a:lvl1pPr algn="ctr">
              <a:defRPr sz="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85689" y="2428875"/>
            <a:ext cx="428569" cy="428625"/>
          </a:xfrm>
        </p:spPr>
        <p:txBody>
          <a:bodyPr anchor="ctr"/>
          <a:lstStyle>
            <a:lvl1pPr algn="ctr">
              <a:defRPr sz="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 userDrawn="1"/>
        </p:nvCxnSpPr>
        <p:spPr bwMode="auto">
          <a:xfrm>
            <a:off x="4571405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 userDrawn="1"/>
        </p:nvCxnSpPr>
        <p:spPr bwMode="auto">
          <a:xfrm>
            <a:off x="213094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804460"/>
      </p:ext>
    </p:extLst>
  </p:cSld>
  <p:clrMapOvr>
    <a:masterClrMapping/>
  </p:clrMapOvr>
  <p:transition spd="med"/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641747"/>
            <a:ext cx="2142846" cy="853821"/>
          </a:xfrm>
        </p:spPr>
        <p:txBody>
          <a:bodyPr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89" y="213717"/>
            <a:ext cx="1857133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2" y="213717"/>
            <a:ext cx="1859514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89" y="2500313"/>
            <a:ext cx="1857133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1392" y="2500313"/>
            <a:ext cx="1857133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3094" y="213717"/>
            <a:ext cx="1858324" cy="428030"/>
          </a:xfrm>
        </p:spPr>
        <p:txBody>
          <a:bodyPr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5628154"/>
      </p:ext>
    </p:extLst>
  </p:cSld>
  <p:clrMapOvr>
    <a:masterClrMapping/>
  </p:clrMapOvr>
  <p:transition spd="med"/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572643"/>
            <a:ext cx="4141050" cy="853821"/>
          </a:xfrm>
        </p:spPr>
        <p:txBody>
          <a:bodyPr rIns="457200"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89" y="213717"/>
            <a:ext cx="1857133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2" y="213717"/>
            <a:ext cx="1859514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89" y="2500313"/>
            <a:ext cx="1857133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1392" y="2500313"/>
            <a:ext cx="1857133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3094" y="213717"/>
            <a:ext cx="1858324" cy="168021"/>
          </a:xfrm>
        </p:spPr>
        <p:txBody>
          <a:bodyPr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0434747"/>
      </p:ext>
    </p:extLst>
  </p:cSld>
  <p:clrMapOvr>
    <a:masterClrMapping/>
  </p:clrMapOvr>
  <p:transition spd="med"/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4" y="213717"/>
            <a:ext cx="1858324" cy="1715095"/>
          </a:xfrm>
        </p:spPr>
        <p:txBody>
          <a:bodyPr/>
          <a:lstStyle>
            <a:lvl1pPr>
              <a:lnSpc>
                <a:spcPct val="10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D2EFD-B47D-5B95-E333-6FEC577D1B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475" y="2496219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8390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477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699006"/>
      </p:ext>
    </p:extLst>
  </p:cSld>
  <p:clrMapOvr>
    <a:masterClrMapping/>
  </p:clrMapOvr>
  <p:transition spd="med"/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4" y="168021"/>
            <a:ext cx="4143431" cy="1715095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D2EFD-B47D-5B95-E333-6FEC577D1B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475" y="2496219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8390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477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036131"/>
      </p:ext>
    </p:extLst>
  </p:cSld>
  <p:clrMapOvr>
    <a:masterClrMapping/>
  </p:clrMapOvr>
  <p:transition spd="med"/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213717"/>
            <a:ext cx="1855943" cy="1715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89" y="213717"/>
            <a:ext cx="1857133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2" y="213717"/>
            <a:ext cx="1859514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89" y="2500313"/>
            <a:ext cx="1857133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1392" y="2500313"/>
            <a:ext cx="1857133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499416" y="212598"/>
            <a:ext cx="1857133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499416" y="2500313"/>
            <a:ext cx="1857133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295494"/>
      </p:ext>
    </p:extLst>
  </p:cSld>
  <p:clrMapOvr>
    <a:masterClrMapping/>
  </p:clrMapOvr>
  <p:transition spd="med"/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213717"/>
            <a:ext cx="1855943" cy="1072158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B9E673-95F7-7EF4-87D5-476568C52D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7" y="500063"/>
            <a:ext cx="1856538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0" y="500063"/>
            <a:ext cx="1857133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1392" y="500063"/>
            <a:ext cx="1857133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9987" y="2786063"/>
            <a:ext cx="1856538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85690" y="2786062"/>
            <a:ext cx="1856538" cy="142225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71392" y="2786063"/>
            <a:ext cx="1857133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499987" y="205979"/>
            <a:ext cx="150856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85690" y="205979"/>
            <a:ext cx="150856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071392" y="205979"/>
            <a:ext cx="150856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499987" y="2510487"/>
            <a:ext cx="150856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785690" y="2510487"/>
            <a:ext cx="150856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071392" y="2510487"/>
            <a:ext cx="150856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2CDB94-BA57-B58F-95F0-D406FE34BB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3" y="2286000"/>
            <a:ext cx="664520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CBE6E3-0E18-8A57-578D-D314948AF14F}"/>
              </a:ext>
            </a:extLst>
          </p:cNvPr>
          <p:cNvCxnSpPr/>
          <p:nvPr userDrawn="1"/>
        </p:nvCxnSpPr>
        <p:spPr bwMode="auto">
          <a:xfrm>
            <a:off x="2285702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200B05-7E36-4E03-3739-0BA983764616}"/>
              </a:ext>
            </a:extLst>
          </p:cNvPr>
          <p:cNvCxnSpPr/>
          <p:nvPr userDrawn="1"/>
        </p:nvCxnSpPr>
        <p:spPr bwMode="auto">
          <a:xfrm>
            <a:off x="6857107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FF3B59-8BBA-8C99-9D4D-743723E434FC}"/>
              </a:ext>
            </a:extLst>
          </p:cNvPr>
          <p:cNvCxnSpPr/>
          <p:nvPr userDrawn="1"/>
        </p:nvCxnSpPr>
        <p:spPr bwMode="auto">
          <a:xfrm>
            <a:off x="4570262" y="21259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469709"/>
      </p:ext>
    </p:extLst>
  </p:cSld>
  <p:clrMapOvr>
    <a:masterClrMapping/>
  </p:clrMapOvr>
  <p:transition spd="med"/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168021"/>
            <a:ext cx="4139264" cy="1279922"/>
          </a:xfrm>
        </p:spPr>
        <p:txBody>
          <a:bodyPr rIns="457200"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DFF798-3B8E-1F19-EBBE-BEB7423129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89" y="213718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3773" y="213718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89" y="2500313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73773" y="2500313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1904" y="2500313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9987" y="2500313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15475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2" y="2286000"/>
            <a:ext cx="0" cy="221456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6857107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4570262" y="21259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309715"/>
      </p:ext>
    </p:extLst>
  </p:cSld>
  <p:clrMapOvr>
    <a:masterClrMapping/>
  </p:clrMapOvr>
  <p:transition spd="med"/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213717"/>
            <a:ext cx="1855943" cy="1279922"/>
          </a:xfrm>
        </p:spPr>
        <p:txBody>
          <a:bodyPr rIns="0"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DFF798-3B8E-1F19-EBBE-BEB7423129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89" y="213718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3773" y="213718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89" y="2500313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73773" y="2500313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1904" y="2500313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9987" y="2500313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15475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2" y="2286000"/>
            <a:ext cx="0" cy="221456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6857107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4570262" y="21259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655404"/>
      </p:ext>
    </p:extLst>
  </p:cSld>
  <p:clrMapOvr>
    <a:masterClrMapping/>
  </p:clrMapOvr>
  <p:transition spd="med"/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094" y="1285875"/>
            <a:ext cx="185832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9987" y="1285875"/>
            <a:ext cx="1856538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3525DFF-EC8A-8C67-14A3-80DE024D87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85689" y="213718"/>
            <a:ext cx="4142836" cy="471547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599763213"/>
      </p:ext>
    </p:extLst>
  </p:cSld>
  <p:clrMapOvr>
    <a:masterClrMapping/>
  </p:clrMapOvr>
  <p:transition spd="med"/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3094" y="1285875"/>
            <a:ext cx="185832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285702" y="0"/>
            <a:ext cx="6858298" cy="5143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81910123"/>
      </p:ext>
    </p:extLst>
  </p:cSld>
  <p:clrMapOvr>
    <a:masterClrMapping/>
  </p:clrMapOvr>
  <p:transition spd="med"/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094" y="1285875"/>
            <a:ext cx="185832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499987" y="211932"/>
            <a:ext cx="6430919" cy="471725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72082343"/>
      </p:ext>
    </p:extLst>
  </p:cSld>
  <p:clrMapOvr>
    <a:masterClrMapping/>
  </p:clrMapOvr>
  <p:transition spd="med"/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5143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13058419"/>
      </p:ext>
    </p:extLst>
  </p:cSld>
  <p:clrMapOvr>
    <a:masterClrMapping/>
  </p:clrMapOvr>
  <p:transition spd="med"/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3094" y="213717"/>
            <a:ext cx="8715431" cy="4717851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882741928"/>
      </p:ext>
    </p:extLst>
  </p:cSld>
  <p:clrMapOvr>
    <a:masterClrMapping/>
  </p:clrMapOvr>
  <p:transition spd="med"/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3094" y="229552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5708" y="2295525"/>
            <a:ext cx="2140465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13094" y="357187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5708" y="3571875"/>
            <a:ext cx="2140465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13094" y="1000125"/>
            <a:ext cx="927376" cy="92868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85708" y="1000125"/>
            <a:ext cx="2140465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783309" y="229552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855922" y="2295525"/>
            <a:ext cx="2140465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83309" y="357187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55922" y="3571875"/>
            <a:ext cx="2140465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783309" y="100012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855922" y="1000125"/>
            <a:ext cx="2140465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39459126"/>
      </p:ext>
    </p:extLst>
  </p:cSld>
  <p:clrMapOvr>
    <a:masterClrMapping/>
  </p:clrMapOvr>
  <p:transition spd="med"/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213717"/>
            <a:ext cx="1855943" cy="1715095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2499987" y="213718"/>
            <a:ext cx="6428538" cy="428684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738438"/>
      </p:ext>
    </p:extLst>
  </p:cSld>
  <p:clrMapOvr>
    <a:masterClrMapping/>
  </p:clrMapOvr>
  <p:transition spd="med"/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21371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997916"/>
      </p:ext>
    </p:extLst>
  </p:cSld>
  <p:clrMapOvr>
    <a:masterClrMapping/>
  </p:clrMapOvr>
  <p:transition spd="med"/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B28863-5461-63E4-5E4C-381DE7E84E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3094" y="213717"/>
            <a:ext cx="1858324" cy="1072158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1392" y="213718"/>
            <a:ext cx="1857133" cy="4286845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54864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8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2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185325"/>
      </p:ext>
    </p:extLst>
  </p:cSld>
  <p:clrMapOvr>
    <a:masterClrMapping/>
  </p:clrMapOvr>
  <p:transition spd="med"/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B28863-5461-63E4-5E4C-381DE7E84E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6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3094" y="213717"/>
            <a:ext cx="1858324" cy="1072158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1392" y="213718"/>
            <a:ext cx="1857133" cy="4286845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54864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8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2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5689" y="213718"/>
            <a:ext cx="1857133" cy="4286845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54864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8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2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</p:spTree>
    <p:extLst>
      <p:ext uri="{BB962C8B-B14F-4D97-AF65-F5344CB8AC3E}">
        <p14:creationId xmlns:p14="http://schemas.microsoft.com/office/powerpoint/2010/main" val="445676991"/>
      </p:ext>
    </p:extLst>
  </p:cSld>
  <p:clrMapOvr>
    <a:masterClrMapping/>
  </p:clrMapOvr>
  <p:transition spd="med"/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31770" y="2319802"/>
            <a:ext cx="1295993" cy="51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262418"/>
      </p:ext>
    </p:extLst>
  </p:cSld>
  <p:clrMapOvr>
    <a:masterClrMapping/>
  </p:clrMapOvr>
  <p:transition spd="med"/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45005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4143431" cy="2358033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5999" y="4533138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1487" y="4531777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3894" y="4697611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965157"/>
      </p:ext>
    </p:extLst>
  </p:cSld>
  <p:clrMapOvr>
    <a:masterClrMapping/>
  </p:clrMapOvr>
  <p:transition spd="med"/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9144000" cy="4500563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4286" tIns="34286" rIns="34286" bIns="34286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42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525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5999" y="4533138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1487" y="4531777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D12723-D775-EE21-95A9-8E6D8BA4DC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3894" y="4697611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2347"/>
      </p:ext>
    </p:extLst>
  </p:cSld>
  <p:clrMapOvr>
    <a:masterClrMapping/>
  </p:clrMapOvr>
  <p:transition spd="med"/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3894" y="4697611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71448"/>
      </p:ext>
    </p:extLst>
  </p:cSld>
  <p:clrMapOvr>
    <a:masterClrMapping/>
  </p:clrMapOvr>
  <p:transition spd="med"/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5999" y="4673727"/>
            <a:ext cx="4143431" cy="28575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3894" y="4697611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428949"/>
      </p:ext>
    </p:extLst>
  </p:cSld>
  <p:clrMapOvr>
    <a:masterClrMapping/>
  </p:clrMapOvr>
  <p:transition spd="med"/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85689" y="213718"/>
            <a:ext cx="4142836" cy="471547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3787409" cy="3929658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6665" y="4697611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422217"/>
      </p:ext>
    </p:extLst>
  </p:cSld>
  <p:clrMapOvr>
    <a:masterClrMapping/>
  </p:clrMapOvr>
  <p:transition spd="med"/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85689" y="213718"/>
            <a:ext cx="4142836" cy="471547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572643"/>
            <a:ext cx="3786885" cy="3501628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999" y="216027"/>
            <a:ext cx="3786885" cy="214313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6665" y="4697611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2759"/>
      </p:ext>
    </p:extLst>
  </p:cSld>
  <p:clrMapOvr>
    <a:masterClrMapping/>
  </p:clrMapOvr>
  <p:transition spd="med"/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1858324" cy="1715095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5689" y="213718"/>
            <a:ext cx="1857133" cy="4286845"/>
          </a:xfrm>
        </p:spPr>
        <p:txBody>
          <a:bodyPr/>
          <a:lstStyle>
            <a:lvl1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72582" y="213718"/>
            <a:ext cx="1855943" cy="4286845"/>
          </a:xfrm>
        </p:spPr>
        <p:txBody>
          <a:bodyPr/>
          <a:lstStyle>
            <a:lvl1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008472"/>
      </p:ext>
    </p:extLst>
  </p:cSld>
  <p:clrMapOvr>
    <a:masterClrMapping/>
  </p:clrMapOvr>
  <p:transition spd="med"/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4143431" cy="1072158"/>
          </a:xfrm>
        </p:spPr>
        <p:txBody>
          <a:bodyPr rIns="457200"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877121"/>
      </p:ext>
    </p:extLst>
  </p:cSld>
  <p:clrMapOvr>
    <a:masterClrMapping/>
  </p:clrMapOvr>
  <p:transition spd="med"/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157734"/>
            <a:ext cx="6427347" cy="3071813"/>
          </a:xfrm>
        </p:spPr>
        <p:txBody>
          <a:bodyPr/>
          <a:lstStyle>
            <a:lvl1pPr>
              <a:defRPr sz="645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754120"/>
      </p:ext>
    </p:extLst>
  </p:cSld>
  <p:clrMapOvr>
    <a:masterClrMapping/>
  </p:clrMapOvr>
  <p:transition spd="med"/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3715457" cy="107215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7097" y="168021"/>
            <a:ext cx="4140238" cy="32152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 marL="219456" indent="-219456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2pPr>
            <a:lvl3pPr marL="411480" indent="-219456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3pPr>
            <a:lvl4pPr marL="658368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61156"/>
      </p:ext>
    </p:extLst>
  </p:cSld>
  <p:clrMapOvr>
    <a:masterClrMapping/>
  </p:clrMapOvr>
  <p:transition spd="med"/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57734"/>
            <a:ext cx="5497590" cy="3643908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785871"/>
      </p:ext>
    </p:extLst>
  </p:cSld>
  <p:clrMapOvr>
    <a:masterClrMapping/>
  </p:clrMapOvr>
  <p:transition spd="med"/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5999" y="3487293"/>
            <a:ext cx="4143431" cy="1328738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9675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85689" y="3486150"/>
            <a:ext cx="4142836" cy="1328738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9675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5689" y="216027"/>
            <a:ext cx="2857128" cy="235803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6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2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38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5999" y="216027"/>
            <a:ext cx="2858318" cy="235803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6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2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38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4572000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554752"/>
      </p:ext>
    </p:extLst>
  </p:cSld>
  <p:clrMapOvr>
    <a:masterClrMapping/>
  </p:clrMapOvr>
  <p:transition spd="med"/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87475" y="159930"/>
            <a:ext cx="1855943" cy="714971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71392" y="161120"/>
            <a:ext cx="1855943" cy="713780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99987" y="161163"/>
            <a:ext cx="1856538" cy="715467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216027"/>
            <a:ext cx="1855943" cy="1072158"/>
          </a:xfrm>
        </p:spPr>
        <p:txBody>
          <a:bodyPr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7" y="4516041"/>
            <a:ext cx="1856538" cy="428625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54864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8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2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7" y="874901"/>
            <a:ext cx="1856538" cy="362739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89" y="875495"/>
            <a:ext cx="1857133" cy="362506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874900"/>
            <a:ext cx="1857133" cy="362506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549806"/>
      </p:ext>
    </p:extLst>
  </p:cSld>
  <p:clrMapOvr>
    <a:masterClrMapping/>
  </p:clrMapOvr>
  <p:transition spd="med"/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13094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475" y="150876"/>
            <a:ext cx="1855943" cy="2000846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7" y="150876"/>
            <a:ext cx="4142836" cy="200084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1pPr>
            <a:lvl2pPr marL="294894" indent="-294894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2pPr>
            <a:lvl3pPr marL="562356" indent="-294894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3pPr>
            <a:lvl4pPr marL="857250" indent="-294894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5475" y="2428875"/>
            <a:ext cx="1855943" cy="2000250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9987" y="2428875"/>
            <a:ext cx="4142836" cy="20002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1pPr>
            <a:lvl2pPr marL="294894" indent="-294894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2pPr>
            <a:lvl3pPr marL="562356" indent="-294894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3pPr>
            <a:lvl4pPr marL="857250" indent="-294894"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280256"/>
      </p:ext>
    </p:extLst>
  </p:cSld>
  <p:clrMapOvr>
    <a:masterClrMapping/>
  </p:clrMapOvr>
  <p:transition spd="med"/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2499987" y="3071813"/>
            <a:ext cx="642853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2499987" y="1500188"/>
            <a:ext cx="642853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99987" y="154305"/>
            <a:ext cx="1856538" cy="1072158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216027"/>
            <a:ext cx="1855943" cy="1072158"/>
          </a:xfrm>
        </p:spPr>
        <p:txBody>
          <a:bodyPr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7" y="4516041"/>
            <a:ext cx="1856538" cy="428625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89" y="216027"/>
            <a:ext cx="2857128" cy="107215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89" y="1643062"/>
            <a:ext cx="2857128" cy="10715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89" y="3214687"/>
            <a:ext cx="2857128" cy="10715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99987" y="1570482"/>
            <a:ext cx="1856538" cy="1071565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99988" y="3151251"/>
            <a:ext cx="1856537" cy="1071565"/>
          </a:xfrm>
        </p:spPr>
        <p:txBody>
          <a:bodyPr/>
          <a:lstStyle>
            <a:lvl1pPr>
              <a:lnSpc>
                <a:spcPct val="90000"/>
              </a:lnSpc>
              <a:defRPr sz="4875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530130"/>
      </p:ext>
    </p:extLst>
  </p:cSld>
  <p:clrMapOvr>
    <a:masterClrMapping/>
  </p:clrMapOvr>
  <p:transition spd="med"/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21602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999" y="1285875"/>
            <a:ext cx="1858324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7" y="1285875"/>
            <a:ext cx="1856538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89" y="1285875"/>
            <a:ext cx="1857133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1285875"/>
            <a:ext cx="1859514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594890"/>
      </p:ext>
    </p:extLst>
  </p:cSld>
  <p:clrMapOvr>
    <a:masterClrMapping/>
  </p:clrMapOvr>
  <p:transition spd="med"/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21602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7" y="1285875"/>
            <a:ext cx="1856538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89" y="1285875"/>
            <a:ext cx="1857133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1285875"/>
            <a:ext cx="185951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7" y="216027"/>
            <a:ext cx="1858324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7261" y="1285875"/>
            <a:ext cx="1856538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2" y="1285875"/>
            <a:ext cx="0" cy="32146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4570262" y="1285875"/>
            <a:ext cx="0" cy="321640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6857107" y="1285875"/>
            <a:ext cx="0" cy="321640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777789"/>
      </p:ext>
    </p:extLst>
  </p:cSld>
  <p:clrMapOvr>
    <a:masterClrMapping/>
  </p:clrMapOvr>
  <p:transition spd="med"/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21602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7" y="1285875"/>
            <a:ext cx="1856538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89" y="1285875"/>
            <a:ext cx="1857133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1285875"/>
            <a:ext cx="1859514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7" y="216027"/>
            <a:ext cx="1858324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89" y="216027"/>
            <a:ext cx="1857133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2" y="216027"/>
            <a:ext cx="1859514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2285702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4570262" y="21259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6857107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769175"/>
      </p:ext>
    </p:extLst>
  </p:cSld>
  <p:clrMapOvr>
    <a:masterClrMapping/>
  </p:clrMapOvr>
  <p:transition spd="med"/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216027"/>
            <a:ext cx="1855943" cy="786408"/>
          </a:xfrm>
        </p:spPr>
        <p:txBody>
          <a:bodyPr/>
          <a:lstStyle>
            <a:lvl1pPr>
              <a:lnSpc>
                <a:spcPct val="110000"/>
              </a:lnSpc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999" y="1285875"/>
            <a:ext cx="1858324" cy="150018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7" y="1285875"/>
            <a:ext cx="1856538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7388" y="1285875"/>
            <a:ext cx="185305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1285875"/>
            <a:ext cx="1857133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99987" y="216027"/>
            <a:ext cx="455998" cy="456057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90508" y="216027"/>
            <a:ext cx="455998" cy="456057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71392" y="216027"/>
            <a:ext cx="455998" cy="456057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2285702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4570262" y="21259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6857107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005583"/>
      </p:ext>
    </p:extLst>
  </p:cSld>
  <p:clrMapOvr>
    <a:masterClrMapping/>
  </p:clrMapOvr>
  <p:transition spd="med"/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1855943" cy="428030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7" y="1285875"/>
            <a:ext cx="1856538" cy="3214688"/>
          </a:xfrm>
        </p:spPr>
        <p:txBody>
          <a:bodyPr/>
          <a:lstStyle>
            <a:lvl1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89" y="1285875"/>
            <a:ext cx="3785695" cy="3214688"/>
          </a:xfrm>
        </p:spPr>
        <p:txBody>
          <a:bodyPr/>
          <a:lstStyle>
            <a:lvl1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416" y="144018"/>
            <a:ext cx="1858324" cy="42803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050"/>
            </a:lvl2pPr>
            <a:lvl3pPr>
              <a:spcBef>
                <a:spcPts val="0"/>
              </a:spcBef>
              <a:defRPr sz="1050"/>
            </a:lvl3pPr>
            <a:lvl4pPr>
              <a:spcBef>
                <a:spcPts val="0"/>
              </a:spcBef>
              <a:defRPr sz="1050"/>
            </a:lvl4pPr>
            <a:lvl5pPr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716618"/>
      </p:ext>
    </p:extLst>
  </p:cSld>
  <p:clrMapOvr>
    <a:masterClrMapping/>
  </p:clrMapOvr>
  <p:transition spd="med"/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216027"/>
            <a:ext cx="2783985" cy="714971"/>
          </a:xfrm>
        </p:spPr>
        <p:txBody>
          <a:bodyPr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999" y="1285875"/>
            <a:ext cx="3786885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89" y="1285875"/>
            <a:ext cx="3785695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57307"/>
      </p:ext>
    </p:extLst>
  </p:cSld>
  <p:clrMapOvr>
    <a:masterClrMapping/>
  </p:clrMapOvr>
  <p:transition spd="med"/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4141645" cy="1715095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5689" y="216027"/>
            <a:ext cx="1857133" cy="4286845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71392" y="216027"/>
            <a:ext cx="1857133" cy="4286845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39238"/>
      </p:ext>
    </p:extLst>
  </p:cSld>
  <p:clrMapOvr>
    <a:masterClrMapping/>
  </p:clrMapOvr>
  <p:transition spd="med"/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216027"/>
            <a:ext cx="1857133" cy="1715095"/>
          </a:xfrm>
        </p:spPr>
        <p:txBody>
          <a:bodyPr/>
          <a:lstStyle>
            <a:lvl1pPr>
              <a:lnSpc>
                <a:spcPct val="10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5689" y="213718"/>
            <a:ext cx="1857133" cy="4286845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71392" y="213718"/>
            <a:ext cx="1857133" cy="4286845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947917"/>
      </p:ext>
    </p:extLst>
  </p:cSld>
  <p:clrMapOvr>
    <a:masterClrMapping/>
  </p:clrMapOvr>
  <p:transition spd="med"/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4139265" cy="1715095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89" y="216027"/>
            <a:ext cx="1857133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2" y="216027"/>
            <a:ext cx="1859514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89" y="1285875"/>
            <a:ext cx="1857133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2582" y="1285875"/>
            <a:ext cx="1857133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209269"/>
      </p:ext>
    </p:extLst>
  </p:cSld>
  <p:clrMapOvr>
    <a:masterClrMapping/>
  </p:clrMapOvr>
  <p:transition spd="med"/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216027"/>
            <a:ext cx="1855943" cy="1715095"/>
          </a:xfrm>
        </p:spPr>
        <p:txBody>
          <a:bodyPr rIns="0"/>
          <a:lstStyle>
            <a:lvl1pPr>
              <a:lnSpc>
                <a:spcPct val="10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89" y="216027"/>
            <a:ext cx="1857133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2" y="216027"/>
            <a:ext cx="1859514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89" y="1285875"/>
            <a:ext cx="1857133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3773" y="1285875"/>
            <a:ext cx="1857133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665490"/>
      </p:ext>
    </p:extLst>
  </p:cSld>
  <p:clrMapOvr>
    <a:masterClrMapping/>
  </p:clrMapOvr>
  <p:transition spd="med"/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1855943" cy="428030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7" y="1285875"/>
            <a:ext cx="1856538" cy="3214688"/>
          </a:xfrm>
        </p:spPr>
        <p:txBody>
          <a:bodyPr/>
          <a:lstStyle>
            <a:lvl1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7241" y="1285875"/>
            <a:ext cx="1857133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2943" y="1285875"/>
            <a:ext cx="1859514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8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6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40" indent="-68580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00606" y="144018"/>
            <a:ext cx="1858324" cy="42803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050"/>
            </a:lvl2pPr>
            <a:lvl3pPr>
              <a:lnSpc>
                <a:spcPct val="90000"/>
              </a:lnSpc>
              <a:spcBef>
                <a:spcPts val="0"/>
              </a:spcBef>
              <a:defRPr sz="1050"/>
            </a:lvl3pPr>
            <a:lvl4pPr>
              <a:lnSpc>
                <a:spcPct val="90000"/>
              </a:lnSpc>
              <a:spcBef>
                <a:spcPts val="0"/>
              </a:spcBef>
              <a:defRPr sz="1050"/>
            </a:lvl4pPr>
            <a:lvl5pPr>
              <a:lnSpc>
                <a:spcPct val="9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85689" y="216027"/>
            <a:ext cx="455998" cy="455423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7071392" y="216027"/>
            <a:ext cx="456632" cy="456057"/>
          </a:xfrm>
        </p:spPr>
        <p:txBody>
          <a:bodyPr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4570262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6857107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596665"/>
      </p:ext>
    </p:extLst>
  </p:cSld>
  <p:clrMapOvr>
    <a:masterClrMapping/>
  </p:clrMapOvr>
  <p:transition spd="med"/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999" y="929259"/>
            <a:ext cx="2501177" cy="1143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6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2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38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89" y="928688"/>
            <a:ext cx="2499987" cy="1143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6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2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38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5999" y="3144393"/>
            <a:ext cx="2501178" cy="1143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6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2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38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90" y="3143250"/>
            <a:ext cx="2499987" cy="1143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1pPr>
            <a:lvl2pPr marL="150876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2pPr>
            <a:lvl3pPr marL="301752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3pPr>
            <a:lvl4pPr marL="418338" indent="-150876"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15999" y="216027"/>
            <a:ext cx="455998" cy="456057"/>
          </a:xfrm>
        </p:spPr>
        <p:txBody>
          <a:bodyPr anchor="ctr"/>
          <a:lstStyle>
            <a:lvl1pPr algn="ctr">
              <a:defRPr sz="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85689" y="216027"/>
            <a:ext cx="455998" cy="456057"/>
          </a:xfrm>
        </p:spPr>
        <p:txBody>
          <a:bodyPr anchor="ctr"/>
          <a:lstStyle>
            <a:lvl1pPr algn="ctr">
              <a:defRPr sz="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15999" y="2427732"/>
            <a:ext cx="455998" cy="456057"/>
          </a:xfrm>
        </p:spPr>
        <p:txBody>
          <a:bodyPr anchor="ctr"/>
          <a:lstStyle>
            <a:lvl1pPr algn="ctr">
              <a:defRPr sz="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85689" y="2428875"/>
            <a:ext cx="455998" cy="456057"/>
          </a:xfrm>
        </p:spPr>
        <p:txBody>
          <a:bodyPr anchor="ctr"/>
          <a:lstStyle>
            <a:lvl1pPr algn="ctr">
              <a:defRPr sz="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 userDrawn="1"/>
        </p:nvCxnSpPr>
        <p:spPr bwMode="auto">
          <a:xfrm>
            <a:off x="4571405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 userDrawn="1"/>
        </p:nvCxnSpPr>
        <p:spPr bwMode="auto">
          <a:xfrm>
            <a:off x="213094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531461"/>
      </p:ext>
    </p:extLst>
  </p:cSld>
  <p:clrMapOvr>
    <a:masterClrMapping/>
  </p:clrMapOvr>
  <p:transition spd="med"/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630936"/>
            <a:ext cx="2142846" cy="853821"/>
          </a:xfrm>
        </p:spPr>
        <p:txBody>
          <a:bodyPr/>
          <a:lstStyle>
            <a:lvl1pPr>
              <a:lnSpc>
                <a:spcPct val="110000"/>
              </a:lnSpc>
              <a:defRPr sz="13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6261" y="216027"/>
            <a:ext cx="1857133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2" y="216027"/>
            <a:ext cx="1859514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89" y="2500313"/>
            <a:ext cx="1857133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1392" y="2500313"/>
            <a:ext cx="1857133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5999" y="216027"/>
            <a:ext cx="1858324" cy="428030"/>
          </a:xfrm>
        </p:spPr>
        <p:txBody>
          <a:bodyPr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853363"/>
      </p:ext>
    </p:extLst>
  </p:cSld>
  <p:clrMapOvr>
    <a:masterClrMapping/>
  </p:clrMapOvr>
  <p:transition spd="med"/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572643"/>
            <a:ext cx="4141050" cy="853821"/>
          </a:xfrm>
        </p:spPr>
        <p:txBody>
          <a:bodyPr rIns="457200"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89" y="213717"/>
            <a:ext cx="1857133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2" y="213717"/>
            <a:ext cx="1859514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89" y="2500313"/>
            <a:ext cx="1857133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1392" y="2500313"/>
            <a:ext cx="1857133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5999" y="216027"/>
            <a:ext cx="1858324" cy="168021"/>
          </a:xfrm>
        </p:spPr>
        <p:txBody>
          <a:bodyPr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414796"/>
      </p:ext>
    </p:extLst>
  </p:cSld>
  <p:clrMapOvr>
    <a:masterClrMapping/>
  </p:clrMapOvr>
  <p:transition spd="med"/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216027"/>
            <a:ext cx="1858324" cy="1715095"/>
          </a:xfrm>
        </p:spPr>
        <p:txBody>
          <a:bodyPr/>
          <a:lstStyle>
            <a:lvl1pPr>
              <a:lnSpc>
                <a:spcPct val="10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999" y="2496312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8390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7287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48142"/>
      </p:ext>
    </p:extLst>
  </p:cSld>
  <p:clrMapOvr>
    <a:masterClrMapping/>
  </p:clrMapOvr>
  <p:transition spd="med"/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4143431" cy="1715095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999" y="2496312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0771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7287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634210"/>
      </p:ext>
    </p:extLst>
  </p:cSld>
  <p:clrMapOvr>
    <a:masterClrMapping/>
  </p:clrMapOvr>
  <p:transition spd="med"/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216027"/>
            <a:ext cx="1855943" cy="1715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89" y="216027"/>
            <a:ext cx="1857133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2" y="216027"/>
            <a:ext cx="1859514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5689" y="2500313"/>
            <a:ext cx="1857133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71392" y="2500313"/>
            <a:ext cx="1857133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499416" y="216027"/>
            <a:ext cx="1857133" cy="19294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00606" y="2500313"/>
            <a:ext cx="1857133" cy="18573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394636"/>
      </p:ext>
    </p:extLst>
  </p:cSld>
  <p:clrMapOvr>
    <a:masterClrMapping/>
  </p:clrMapOvr>
  <p:transition spd="med"/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216027"/>
            <a:ext cx="1855943" cy="1072158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7" y="500063"/>
            <a:ext cx="1856538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90" y="500063"/>
            <a:ext cx="1857133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1392" y="500063"/>
            <a:ext cx="1857133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9987" y="2786063"/>
            <a:ext cx="1856538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85690" y="2786062"/>
            <a:ext cx="1856538" cy="142225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71392" y="2786063"/>
            <a:ext cx="1857133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1pPr>
            <a:lvl2pPr marL="82296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2pPr>
            <a:lvl3pPr marL="164592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3pPr>
            <a:lvl4pPr marL="246888" indent="-82296"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499987" y="216027"/>
            <a:ext cx="150856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85690" y="216027"/>
            <a:ext cx="150856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071392" y="216027"/>
            <a:ext cx="150856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499987" y="2510487"/>
            <a:ext cx="150856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785690" y="2510487"/>
            <a:ext cx="150856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071392" y="2510487"/>
            <a:ext cx="150856" cy="151209"/>
          </a:xfrm>
        </p:spPr>
        <p:txBody>
          <a:bodyPr/>
          <a:lstStyle>
            <a:lvl1pPr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2CDB94-BA57-B58F-95F0-D406FE34BB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3" y="2286000"/>
            <a:ext cx="664520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CBE6E3-0E18-8A57-578D-D314948AF14F}"/>
              </a:ext>
            </a:extLst>
          </p:cNvPr>
          <p:cNvCxnSpPr/>
          <p:nvPr userDrawn="1"/>
        </p:nvCxnSpPr>
        <p:spPr bwMode="auto">
          <a:xfrm>
            <a:off x="2285702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200B05-7E36-4E03-3739-0BA983764616}"/>
              </a:ext>
            </a:extLst>
          </p:cNvPr>
          <p:cNvCxnSpPr/>
          <p:nvPr userDrawn="1"/>
        </p:nvCxnSpPr>
        <p:spPr bwMode="auto">
          <a:xfrm>
            <a:off x="6857107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FF3B59-8BBA-8C99-9D4D-743723E434FC}"/>
              </a:ext>
            </a:extLst>
          </p:cNvPr>
          <p:cNvCxnSpPr/>
          <p:nvPr userDrawn="1"/>
        </p:nvCxnSpPr>
        <p:spPr bwMode="auto">
          <a:xfrm>
            <a:off x="4570262" y="21259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420636"/>
      </p:ext>
    </p:extLst>
  </p:cSld>
  <p:clrMapOvr>
    <a:masterClrMapping/>
  </p:clrMapOvr>
  <p:transition spd="med"/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4139264" cy="1279922"/>
          </a:xfrm>
        </p:spPr>
        <p:txBody>
          <a:bodyPr rIns="457200"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89" y="216027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2582" y="216027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89" y="2500313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72582" y="2500313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5999" y="2499741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9987" y="2500313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15475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2" y="2286000"/>
            <a:ext cx="0" cy="221456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6857107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4570262" y="21259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477464"/>
      </p:ext>
    </p:extLst>
  </p:cSld>
  <p:clrMapOvr>
    <a:masterClrMapping/>
  </p:clrMapOvr>
  <p:transition spd="med"/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89" y="216027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2582" y="216027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89" y="2500313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72582" y="2500313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7532" y="2500313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9987" y="2500313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15475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2" y="2286000"/>
            <a:ext cx="0" cy="221456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6857107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4570262" y="21259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78139031-1DD1-820D-552A-D0E096F1146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96464" y="216027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7DE9AE-65E1-97A5-A5DB-90739D320F2F}"/>
              </a:ext>
            </a:extLst>
          </p:cNvPr>
          <p:cNvCxnSpPr/>
          <p:nvPr userDrawn="1"/>
        </p:nvCxnSpPr>
        <p:spPr bwMode="auto">
          <a:xfrm>
            <a:off x="2285702" y="212597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93A183CD-7C47-61DC-7045-586BAD641E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7532" y="223689"/>
            <a:ext cx="1857133" cy="1857970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58397239"/>
      </p:ext>
    </p:extLst>
  </p:cSld>
  <p:clrMapOvr>
    <a:masterClrMapping/>
  </p:clrMapOvr>
  <p:transition spd="med"/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21602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5999" y="1285875"/>
            <a:ext cx="185832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9987" y="1285875"/>
            <a:ext cx="1856538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85689" y="213718"/>
            <a:ext cx="4142836" cy="471547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507494054"/>
      </p:ext>
    </p:extLst>
  </p:cSld>
  <p:clrMapOvr>
    <a:masterClrMapping/>
  </p:clrMapOvr>
  <p:transition spd="med"/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21602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9235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5999" y="1285875"/>
            <a:ext cx="185832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285702" y="0"/>
            <a:ext cx="6858298" cy="5143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244855952"/>
      </p:ext>
    </p:extLst>
  </p:cSld>
  <p:clrMapOvr>
    <a:masterClrMapping/>
  </p:clrMapOvr>
  <p:transition spd="med"/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21602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9235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5999" y="1285875"/>
            <a:ext cx="1858324" cy="3214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499987" y="211932"/>
            <a:ext cx="6430919" cy="471725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727018255"/>
      </p:ext>
    </p:extLst>
  </p:cSld>
  <p:clrMapOvr>
    <a:masterClrMapping/>
  </p:clrMapOvr>
  <p:transition spd="med"/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9235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5143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887544035"/>
      </p:ext>
    </p:extLst>
  </p:cSld>
  <p:clrMapOvr>
    <a:masterClrMapping/>
  </p:clrMapOvr>
  <p:transition spd="med"/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9235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3094" y="213717"/>
            <a:ext cx="8715431" cy="4717851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81026393"/>
      </p:ext>
    </p:extLst>
  </p:cSld>
  <p:clrMapOvr>
    <a:masterClrMapping/>
  </p:clrMapOvr>
  <p:transition spd="med"/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216027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5999" y="229552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5708" y="2295525"/>
            <a:ext cx="2140465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15999" y="357187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5708" y="3571875"/>
            <a:ext cx="2140465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15999" y="1000125"/>
            <a:ext cx="927376" cy="92868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85708" y="1000125"/>
            <a:ext cx="2140465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783309" y="229552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855922" y="2295525"/>
            <a:ext cx="2140465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83309" y="357187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55922" y="3571875"/>
            <a:ext cx="2140465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783309" y="1000125"/>
            <a:ext cx="927376" cy="928688"/>
          </a:xfr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855922" y="1000125"/>
            <a:ext cx="2140465" cy="9286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2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4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36" indent="-96012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904355"/>
      </p:ext>
    </p:extLst>
  </p:cSld>
  <p:clrMapOvr>
    <a:masterClrMapping/>
  </p:clrMapOvr>
  <p:transition spd="med"/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216027"/>
            <a:ext cx="1855943" cy="1715095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2499987" y="213718"/>
            <a:ext cx="6428538" cy="428684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869205"/>
      </p:ext>
    </p:extLst>
  </p:cSld>
  <p:clrMapOvr>
    <a:masterClrMapping/>
  </p:clrMapOvr>
  <p:transition spd="med"/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5999" y="144018"/>
            <a:ext cx="1858324" cy="1072158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1392" y="213718"/>
            <a:ext cx="1857133" cy="4286845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54864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8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2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630480"/>
      </p:ext>
    </p:extLst>
  </p:cSld>
  <p:clrMapOvr>
    <a:masterClrMapping/>
  </p:clrMapOvr>
  <p:transition spd="med"/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216027"/>
            <a:ext cx="1855943" cy="572643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051581"/>
      </p:ext>
    </p:extLst>
  </p:cSld>
  <p:clrMapOvr>
    <a:masterClrMapping/>
  </p:clrMapOvr>
  <p:transition spd="med"/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5999" y="144018"/>
            <a:ext cx="1858324" cy="1072158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1392" y="213718"/>
            <a:ext cx="1857133" cy="4286845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54864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8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2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7856" y="4801791"/>
            <a:ext cx="1858324" cy="1428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5689" y="213718"/>
            <a:ext cx="1857133" cy="4286845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54864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8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2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5932" y="4852064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08683"/>
      </p:ext>
    </p:extLst>
  </p:cSld>
  <p:clrMapOvr>
    <a:masterClrMapping/>
  </p:clrMapOvr>
  <p:transition spd="med"/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24003" y="2313173"/>
            <a:ext cx="1295993" cy="51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57551"/>
      </p:ext>
    </p:extLst>
  </p:cSld>
  <p:clrMapOvr>
    <a:masterClrMapping/>
  </p:clrMapOvr>
  <p:transition spd="med"/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24994"/>
      </p:ext>
    </p:extLst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10" name="Picture">
            <a:extLst>
              <a:ext uri="{FF2B5EF4-FFF2-40B4-BE49-F238E27FC236}">
                <a16:creationId xmlns:a16="http://schemas.microsoft.com/office/drawing/2014/main" id="{AF27D010-9F2C-E24B-9425-1712E90099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008163"/>
      </p:ext>
    </p:extLst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F7EA8AAE-0BDE-7D4C-B52A-496FD9C298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752566"/>
      </p:ext>
    </p:extLst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6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2F8C8987-724F-6B47-A6B9-8E11DF00B8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796575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6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7B48B5CA-5BC1-8844-81E1-24543A8F2C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458973"/>
      </p:ext>
    </p:extLst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596131-38DE-3A44-BE82-CDD2A1709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847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373823"/>
      </p:ext>
    </p:extLst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6EA217-D975-DE4B-A991-B3A7FEFBAC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187" y="3810"/>
            <a:ext cx="9128406" cy="513969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9FC9FB8B-2D23-D949-963B-B1200DEDE8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950441"/>
      </p:ext>
    </p:extLst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14C6F24E-1E96-144E-A44F-8124FE9D9B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18013"/>
      </p:ext>
    </p:extLst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BE20C7ED-E83C-DE49-B49C-6FE6E39CB3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24985"/>
      </p:ext>
    </p:extLst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130876"/>
      </p:ext>
    </p:extLst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52180"/>
      </p:ext>
    </p:extLst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221175"/>
      </p:ext>
    </p:extLst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021010"/>
      </p:ext>
    </p:extLst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2556"/>
      </p:ext>
    </p:extLst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841488"/>
      </p:ext>
    </p:extLst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862648"/>
      </p:ext>
    </p:extLst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096044"/>
      </p:ext>
    </p:extLst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388421"/>
      </p:ext>
    </p:extLst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047418"/>
      </p:ext>
    </p:extLst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712428"/>
      </p:ext>
    </p:extLst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12282"/>
      </p:ext>
    </p:extLst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421239"/>
      </p:ext>
    </p:extLst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963138"/>
      </p:ext>
    </p:extLst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695390"/>
      </p:ext>
    </p:extLst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512545"/>
      </p:ext>
    </p:extLst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371944"/>
      </p:ext>
    </p:extLst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445231"/>
      </p:ext>
    </p:extLst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227912"/>
      </p:ext>
    </p:extLst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252771"/>
      </p:ext>
    </p:extLst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523723"/>
      </p:ext>
    </p:extLst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184094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32198"/>
      </p:ext>
    </p:extLst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434027"/>
      </p:ext>
    </p:extLst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998589"/>
      </p:ext>
    </p:extLst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077729"/>
      </p:ext>
    </p:extLst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920974"/>
      </p:ext>
    </p:extLst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471607"/>
      </p:ext>
    </p:extLst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155197"/>
      </p:ext>
    </p:extLst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888316"/>
      </p:ext>
    </p:extLst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5"/>
            <a:ext cx="1297606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108123"/>
      </p:ext>
    </p:extLst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39962"/>
      </p:ext>
    </p:extLst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88374"/>
      </p:ext>
    </p:extLst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" y="201168"/>
            <a:ext cx="8686800" cy="685523"/>
          </a:xfrm>
        </p:spPr>
        <p:txBody>
          <a:bodyPr/>
          <a:lstStyle>
            <a:lvl1pPr>
              <a:defRPr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B12D8F2-2BB2-426E-AAF4-19E605EC5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(c) 2022 IBM Corporation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F43BB3E-501C-4E67-A891-079CF008D7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310295"/>
      </p:ext>
    </p:extLst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4" y="4705254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60904"/>
      </p:ext>
    </p:extLst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8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pic>
        <p:nvPicPr>
          <p:cNvPr id="10" name="Picture">
            <a:extLst>
              <a:ext uri="{FF2B5EF4-FFF2-40B4-BE49-F238E27FC236}">
                <a16:creationId xmlns:a16="http://schemas.microsoft.com/office/drawing/2014/main" id="{AF27D010-9F2C-E24B-9425-1712E90099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4" y="4705254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223473"/>
      </p:ext>
    </p:extLst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F7EA8AAE-0BDE-7D4C-B52A-496FD9C298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4" y="4705254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307704"/>
      </p:ext>
    </p:extLst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8" y="457"/>
            <a:ext cx="9133546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2F8C8987-724F-6B47-A6B9-8E11DF00B8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4" y="4705254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060584"/>
      </p:ext>
    </p:extLst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8" y="458"/>
            <a:ext cx="9133546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7B48B5CA-5BC1-8844-81E1-24543A8F2C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4" y="4705254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335892"/>
      </p:ext>
    </p:extLst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596131-38DE-3A44-BE82-CDD2A1709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847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and AI/  © 2023 IBM Corporation </a:t>
            </a:r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4" y="4705254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322689"/>
      </p:ext>
    </p:extLst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6EA217-D975-DE4B-A991-B3A7FEFBAC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187" y="3810"/>
            <a:ext cx="9128406" cy="513969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9FC9FB8B-2D23-D949-963B-B1200DEDE8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4" y="4705254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579148"/>
      </p:ext>
    </p:extLst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8" y="458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14C6F24E-1E96-144E-A44F-8124FE9D9B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4" y="4705254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85681"/>
      </p:ext>
    </p:extLst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8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BE20C7ED-E83C-DE49-B49C-6FE6E39CB3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4" y="4705254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32464"/>
      </p:ext>
    </p:extLst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0775"/>
      </p:ext>
    </p:extLst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01610" indent="0">
              <a:buNone/>
              <a:defRPr/>
            </a:lvl3pPr>
            <a:lvl4pPr marL="434970" indent="0">
              <a:buNone/>
              <a:defRPr/>
            </a:lvl4pPr>
            <a:lvl5pPr marL="631817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01610" indent="0">
              <a:buNone/>
              <a:defRPr/>
            </a:lvl3pPr>
            <a:lvl4pPr marL="434970" indent="0">
              <a:buNone/>
              <a:defRPr/>
            </a:lvl4pPr>
            <a:lvl5pPr marL="631817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08611"/>
      </p:ext>
    </p:extLst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05678"/>
      </p:ext>
    </p:extLst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969919"/>
      </p:ext>
    </p:extLst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2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427191"/>
      </p:ext>
    </p:extLst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4" y="201168"/>
            <a:ext cx="5562535" cy="4294632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02508"/>
      </p:ext>
    </p:extLst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30716"/>
      </p:ext>
    </p:extLst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8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32253"/>
      </p:ext>
    </p:extLst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22412"/>
      </p:ext>
    </p:extLst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51747"/>
      </p:ext>
    </p:extLst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1538"/>
      </p:ext>
    </p:extLst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29103"/>
      </p:ext>
    </p:extLst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4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>
              <a:solidFill>
                <a:schemeClr val="tx1"/>
              </a:solidFill>
              <a:latin typeface="IBM Plex Sans Light" panose="020B0503050203000203" pitchFamily="34" charset="0"/>
              <a:cs typeface="IBM Plex Sans Light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62341"/>
      </p:ext>
    </p:extLst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695105"/>
      </p:ext>
    </p:extLst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68225"/>
      </p:ext>
    </p:extLst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693193"/>
      </p:ext>
    </p:extLst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4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1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2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3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616653"/>
      </p:ext>
    </p:extLst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4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4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1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1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3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2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66767"/>
      </p:ext>
    </p:extLst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4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4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2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2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2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270288"/>
      </p:ext>
    </p:extLst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55853"/>
      </p:ext>
    </p:extLst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2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2040"/>
      </p:ext>
    </p:extLst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1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1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1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100577"/>
      </p:ext>
    </p:extLst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81198"/>
      </p:ext>
    </p:extLst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14920"/>
      </p:ext>
    </p:extLst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21410"/>
      </p:ext>
    </p:extLst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71811"/>
      </p:ext>
    </p:extLst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tabela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25193"/>
      </p:ext>
    </p:extLst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87959"/>
      </p:ext>
    </p:extLst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011748"/>
      </p:ext>
    </p:extLst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0" indent="0">
              <a:buNone/>
              <a:defRPr/>
            </a:lvl3pPr>
            <a:lvl4pPr marL="434970" indent="0">
              <a:buNone/>
              <a:defRPr/>
            </a:lvl4pPr>
            <a:lvl5pPr marL="631817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25703"/>
      </p:ext>
    </p:extLst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6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420504"/>
      </p:ext>
    </p:extLst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9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976263"/>
      </p:ext>
    </p:extLst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407394"/>
      </p:ext>
    </p:extLst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 two column">
  <p:cSld name="Title +  two column">
    <p:bg>
      <p:bgPr>
        <a:solidFill>
          <a:schemeClr val="dk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311900" y="254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body" idx="1"/>
          </p:nvPr>
        </p:nvSpPr>
        <p:spPr>
          <a:xfrm>
            <a:off x="311700" y="1288425"/>
            <a:ext cx="3999900" cy="32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749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78" lvl="1" indent="-304793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3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3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3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2" lvl="5" indent="-304793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3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3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3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2"/>
          </p:nvPr>
        </p:nvSpPr>
        <p:spPr>
          <a:xfrm>
            <a:off x="4832400" y="1288425"/>
            <a:ext cx="3999900" cy="32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749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78" lvl="1" indent="-304793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3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3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3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2" lvl="5" indent="-304793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3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3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3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7939481"/>
      </p:ext>
    </p:extLst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DE6F-8FD2-7BB4-7AF8-96AA21604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06DC42-BDB6-A166-CFDB-15A30AAAE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7E41E-6F8A-1E4A-9C66-EAE5C4059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80D45-4076-DE75-458B-09AE40D2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and AI/  © 2023 IBM Corporation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B38E0-13B2-7E9E-6BEA-EDF997044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37CDC-E107-C148-8C0C-445E141CA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90419"/>
      </p:ext>
    </p:extLst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2EFC07-23DE-42DC-8898-3D23F50E7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A54AAF-0D39-41F9-A739-48D8AC24C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and AI/  © 2023 IBM Corporation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40F39-43DB-40AC-88DF-DB040AB0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3D4CB-B0FD-47F7-BD03-A2F41CD63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96448"/>
      </p:ext>
    </p:extLst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4500563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4143431" cy="2358033"/>
          </a:xfrm>
        </p:spPr>
        <p:txBody>
          <a:bodyPr/>
          <a:lstStyle>
            <a:lvl1pPr>
              <a:lnSpc>
                <a:spcPct val="100000"/>
              </a:lnSpc>
              <a:defRPr sz="3225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EC0ABF4-1C51-BF7D-70CF-DD2C38C9DB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0332" y="4536035"/>
            <a:ext cx="1857133" cy="428625"/>
          </a:xfrm>
          <a:prstGeom prst="rect">
            <a:avLst/>
          </a:prstGeom>
        </p:spPr>
        <p:txBody>
          <a:bodyPr anchor="b"/>
          <a:lstStyle>
            <a:lvl1pPr defTabSz="435483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069D4BA-0EE4-89E6-7C3A-71F71400A3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5821" y="4500563"/>
            <a:ext cx="1857133" cy="464097"/>
          </a:xfrm>
          <a:prstGeom prst="rect">
            <a:avLst/>
          </a:prstGeom>
        </p:spPr>
        <p:txBody>
          <a:bodyPr anchor="b"/>
          <a:lstStyle>
            <a:lvl1pPr defTabSz="435483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99232579"/>
      </p:ext>
    </p:extLst>
  </p:cSld>
  <p:clrMapOvr>
    <a:masterClrMapping/>
  </p:clrMapOvr>
  <p:transition spd="med"/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9144000" cy="4500563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4286" tIns="34286" rIns="34286" bIns="34286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42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525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IBM Plex Sans Light" panose="020B040305020300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314509F-3705-A705-C5B3-FA435C246A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0332" y="4536035"/>
            <a:ext cx="1857133" cy="428625"/>
          </a:xfrm>
          <a:prstGeom prst="rect">
            <a:avLst/>
          </a:prstGeom>
        </p:spPr>
        <p:txBody>
          <a:bodyPr anchor="b"/>
          <a:lstStyle>
            <a:lvl1pPr defTabSz="435483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F264794-39E6-B78D-2E92-D8D02F9188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5821" y="4500563"/>
            <a:ext cx="1857133" cy="464097"/>
          </a:xfrm>
          <a:prstGeom prst="rect">
            <a:avLst/>
          </a:prstGeom>
        </p:spPr>
        <p:txBody>
          <a:bodyPr anchor="b"/>
          <a:lstStyle>
            <a:lvl1pPr defTabSz="435483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592819728"/>
      </p:ext>
    </p:extLst>
  </p:cSld>
  <p:clrMapOvr>
    <a:masterClrMapping/>
  </p:clrMapOvr>
  <p:transition spd="med"/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 b="0" i="0"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870152"/>
      </p:ext>
    </p:extLst>
  </p:cSld>
  <p:clrMapOvr>
    <a:masterClrMapping/>
  </p:clrMapOvr>
  <p:transition spd="med"/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4143431" cy="1715095"/>
          </a:xfrm>
        </p:spPr>
        <p:txBody>
          <a:bodyPr/>
          <a:lstStyle>
            <a:lvl1pPr>
              <a:lnSpc>
                <a:spcPct val="100000"/>
              </a:lnSpc>
              <a:defRPr sz="3225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5999" y="4673727"/>
            <a:ext cx="4143431" cy="28575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9216963"/>
      </p:ext>
    </p:extLst>
  </p:cSld>
  <p:clrMapOvr>
    <a:masterClrMapping/>
  </p:clrMapOvr>
  <p:transition spd="med"/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85689" y="213718"/>
            <a:ext cx="4142836" cy="471547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3787409" cy="3929658"/>
          </a:xfrm>
        </p:spPr>
        <p:txBody>
          <a:bodyPr/>
          <a:lstStyle>
            <a:lvl1pPr>
              <a:lnSpc>
                <a:spcPct val="100000"/>
              </a:lnSpc>
              <a:defRPr sz="3225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2055975"/>
      </p:ext>
    </p:extLst>
  </p:cSld>
  <p:clrMapOvr>
    <a:masterClrMapping/>
  </p:clrMapOvr>
  <p:transition spd="med"/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85689" y="213718"/>
            <a:ext cx="4142836" cy="471547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572643"/>
            <a:ext cx="3786885" cy="3501628"/>
          </a:xfrm>
        </p:spPr>
        <p:txBody>
          <a:bodyPr/>
          <a:lstStyle>
            <a:lvl1pPr>
              <a:lnSpc>
                <a:spcPct val="100000"/>
              </a:lnSpc>
              <a:defRPr sz="3225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999" y="144450"/>
            <a:ext cx="3786885" cy="21431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1213017"/>
      </p:ext>
    </p:extLst>
  </p:cSld>
  <p:clrMapOvr>
    <a:masterClrMapping/>
  </p:clrMapOvr>
  <p:transition spd="med"/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1858324" cy="1715095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5689" y="213718"/>
            <a:ext cx="1857133" cy="4286845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4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3815CA4A-82C6-E038-8C80-CF4A54B1E6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61846" y="213717"/>
            <a:ext cx="1857133" cy="4286845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4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45438050"/>
      </p:ext>
    </p:extLst>
  </p:cSld>
  <p:clrMapOvr>
    <a:masterClrMapping/>
  </p:clrMapOvr>
  <p:transition spd="med"/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4143431" cy="1072158"/>
          </a:xfrm>
        </p:spPr>
        <p:txBody>
          <a:bodyPr rIns="457200"/>
          <a:lstStyle>
            <a:lvl1pPr>
              <a:lnSpc>
                <a:spcPct val="100000"/>
              </a:lnSpc>
              <a:defRPr sz="3225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348401"/>
      </p:ext>
    </p:extLst>
  </p:cSld>
  <p:clrMapOvr>
    <a:masterClrMapping/>
  </p:clrMapOvr>
  <p:transition spd="med"/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5" y="144450"/>
            <a:ext cx="6427347" cy="3071813"/>
          </a:xfrm>
        </p:spPr>
        <p:txBody>
          <a:bodyPr/>
          <a:lstStyle>
            <a:lvl1pPr>
              <a:lnSpc>
                <a:spcPct val="100000"/>
              </a:lnSpc>
              <a:defRPr sz="64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7632"/>
      </p:ext>
    </p:extLst>
  </p:cSld>
  <p:clrMapOvr>
    <a:masterClrMapping/>
  </p:clrMapOvr>
  <p:transition spd="med"/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3715457" cy="1072158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9D4AF5E-3E60-06F1-E3E3-F00E3ADA90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75273" y="144019"/>
            <a:ext cx="4152728" cy="3215282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57780998"/>
      </p:ext>
    </p:extLst>
  </p:cSld>
  <p:clrMapOvr>
    <a:masterClrMapping/>
  </p:clrMapOvr>
  <p:transition spd="med"/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5497590" cy="3643908"/>
          </a:xfrm>
        </p:spPr>
        <p:txBody>
          <a:bodyPr/>
          <a:lstStyle>
            <a:lvl1pPr>
              <a:lnSpc>
                <a:spcPct val="100000"/>
              </a:lnSpc>
              <a:defRPr sz="3225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028789"/>
      </p:ext>
    </p:extLst>
  </p:cSld>
  <p:clrMapOvr>
    <a:masterClrMapping/>
  </p:clrMapOvr>
  <p:transition spd="med"/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5972" y="3486150"/>
            <a:ext cx="4143431" cy="132873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9675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84597" y="3486150"/>
            <a:ext cx="4142836" cy="132873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9675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4572000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01B1D3B-7FD1-5342-AD21-86B27FCC12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5475" y="144450"/>
            <a:ext cx="2861693" cy="2358033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E2A6217-C3F0-04CD-0266-C53A5C85FD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84597" y="144450"/>
            <a:ext cx="2861693" cy="2358033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44729844"/>
      </p:ext>
    </p:extLst>
  </p:cSld>
  <p:clrMapOvr>
    <a:masterClrMapping/>
  </p:clrMapOvr>
  <p:transition spd="med"/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87475" y="144450"/>
            <a:ext cx="1855943" cy="71497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875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71392" y="144450"/>
            <a:ext cx="1855943" cy="71378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875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99987" y="144450"/>
            <a:ext cx="1856538" cy="7154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875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1855943" cy="1072158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7" y="4516041"/>
            <a:ext cx="1856538" cy="42862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54864" indent="-54864"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09728" indent="-54864"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164592" indent="-54864"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7" y="874900"/>
            <a:ext cx="1856538" cy="362739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89" y="874900"/>
            <a:ext cx="1857133" cy="36250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874900"/>
            <a:ext cx="1857133" cy="36250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940236"/>
      </p:ext>
    </p:extLst>
  </p:cSld>
  <p:clrMapOvr>
    <a:masterClrMapping/>
  </p:clrMapOvr>
  <p:transition spd="med"/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13094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475" y="144450"/>
            <a:ext cx="1855943" cy="2000846"/>
          </a:xfrm>
        </p:spPr>
        <p:txBody>
          <a:bodyPr/>
          <a:lstStyle>
            <a:lvl1pPr>
              <a:lnSpc>
                <a:spcPct val="100000"/>
              </a:lnSpc>
              <a:defRPr sz="3225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7" y="144450"/>
            <a:ext cx="4142836" cy="200084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2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>
              <a:lnSpc>
                <a:spcPct val="100000"/>
              </a:lnSpc>
              <a:spcBef>
                <a:spcPts val="0"/>
              </a:spcBef>
              <a:defRPr sz="32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>
              <a:lnSpc>
                <a:spcPct val="100000"/>
              </a:lnSpc>
              <a:spcBef>
                <a:spcPts val="0"/>
              </a:spcBef>
              <a:defRPr sz="32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>
              <a:lnSpc>
                <a:spcPct val="100000"/>
              </a:lnSpc>
              <a:spcBef>
                <a:spcPts val="0"/>
              </a:spcBef>
              <a:defRPr sz="32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5475" y="2428875"/>
            <a:ext cx="1855943" cy="20002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25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3225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9987" y="2428875"/>
            <a:ext cx="4142836" cy="20002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2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>
              <a:lnSpc>
                <a:spcPct val="100000"/>
              </a:lnSpc>
              <a:spcBef>
                <a:spcPts val="0"/>
              </a:spcBef>
              <a:defRPr sz="32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>
              <a:lnSpc>
                <a:spcPct val="100000"/>
              </a:lnSpc>
              <a:spcBef>
                <a:spcPts val="0"/>
              </a:spcBef>
              <a:defRPr sz="32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>
              <a:lnSpc>
                <a:spcPct val="100000"/>
              </a:lnSpc>
              <a:spcBef>
                <a:spcPts val="0"/>
              </a:spcBef>
              <a:defRPr sz="32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2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819878"/>
      </p:ext>
    </p:extLst>
  </p:cSld>
  <p:clrMapOvr>
    <a:masterClrMapping/>
  </p:clrMapOvr>
  <p:transition spd="med"/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2499987" y="3071813"/>
            <a:ext cx="642853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2499987" y="1500188"/>
            <a:ext cx="642853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99987" y="144450"/>
            <a:ext cx="1856538" cy="10721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875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1855943" cy="1072158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9987" y="4516041"/>
            <a:ext cx="1856538" cy="42862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5689" y="144450"/>
            <a:ext cx="2857128" cy="10721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89" y="1570482"/>
            <a:ext cx="2857128" cy="107156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5689" y="3151251"/>
            <a:ext cx="2857128" cy="107156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99987" y="1570482"/>
            <a:ext cx="1856538" cy="107156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875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99988" y="3151251"/>
            <a:ext cx="1856537" cy="107156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875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361922"/>
      </p:ext>
    </p:extLst>
  </p:cSld>
  <p:clrMapOvr>
    <a:masterClrMapping/>
  </p:clrMapOvr>
  <p:transition spd="med"/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1855943" cy="572096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303799C-055C-81A5-3E36-D78912AA66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9987" y="1285875"/>
            <a:ext cx="1861229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97B3A71-6FB0-4C14-4695-68801FBBBE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0236" y="1285875"/>
            <a:ext cx="1861229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C1273EB-3A3E-B282-A619-1D6FB102B11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76586" y="1285875"/>
            <a:ext cx="1861229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0367260-BF8E-C847-2296-4EAD779F0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71392" y="1285875"/>
            <a:ext cx="1861229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79631575"/>
      </p:ext>
    </p:extLst>
  </p:cSld>
  <p:clrMapOvr>
    <a:masterClrMapping/>
  </p:clrMapOvr>
  <p:transition spd="med"/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1855943" cy="572096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7" y="144450"/>
            <a:ext cx="1858324" cy="57209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68580" indent="-68580">
              <a:lnSpc>
                <a:spcPct val="10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37160" indent="-68580">
              <a:lnSpc>
                <a:spcPct val="10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05740" indent="-68580">
              <a:lnSpc>
                <a:spcPct val="10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2" y="1285875"/>
            <a:ext cx="0" cy="32146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4570262" y="1285875"/>
            <a:ext cx="0" cy="321640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6857107" y="1285875"/>
            <a:ext cx="0" cy="321640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E03333F-C9F4-9C57-BAAE-A49EA523A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9987" y="1285875"/>
            <a:ext cx="1861229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CF3321C6-7CF8-EF30-4736-48A201B094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0236" y="1285875"/>
            <a:ext cx="1861229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C67FA0E-EA85-0950-FCC7-3F6BF1A741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76586" y="1285875"/>
            <a:ext cx="1861229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0EE67605-D889-6D38-2F1B-DF58E809AC5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71392" y="1285875"/>
            <a:ext cx="1861229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300910121"/>
      </p:ext>
    </p:extLst>
  </p:cSld>
  <p:clrMapOvr>
    <a:masterClrMapping/>
  </p:clrMapOvr>
  <p:transition spd="med"/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1855943" cy="572096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7" y="216027"/>
            <a:ext cx="1858324" cy="57209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89" y="216027"/>
            <a:ext cx="1857133" cy="57209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2" y="216027"/>
            <a:ext cx="1859514" cy="57209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6012" indent="-96012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92024" indent="-96012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88036" indent="-96012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2285702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4570262" y="21259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6857107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13094" y="4801588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F4F49B39-EB32-770F-5644-D3D9387107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9987" y="1285875"/>
            <a:ext cx="1861229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5D25B5E4-5513-DB6F-04BF-4A2A85E8576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76586" y="1285875"/>
            <a:ext cx="1861229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C86775E-92B8-3897-2210-2993F34BA62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71392" y="1285875"/>
            <a:ext cx="1861229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25505768"/>
      </p:ext>
    </p:extLst>
  </p:cSld>
  <p:clrMapOvr>
    <a:masterClrMapping/>
  </p:clrMapOvr>
  <p:transition spd="med"/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1855943" cy="786408"/>
          </a:xfrm>
        </p:spPr>
        <p:txBody>
          <a:bodyPr/>
          <a:lstStyle>
            <a:lvl1pPr>
              <a:lnSpc>
                <a:spcPct val="100000"/>
              </a:lnSpc>
              <a:defRPr sz="10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999" y="1285875"/>
            <a:ext cx="1858324" cy="150018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99987" y="216027"/>
            <a:ext cx="455998" cy="456057"/>
          </a:xfrm>
          <a:prstGeom prst="rect">
            <a:avLst/>
          </a:prstGeom>
        </p:spPr>
        <p:txBody>
          <a:bodyPr anchor="ctr"/>
          <a:lstStyle>
            <a:lvl1pPr algn="ct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90508" y="216027"/>
            <a:ext cx="455998" cy="456057"/>
          </a:xfrm>
          <a:prstGeom prst="rect">
            <a:avLst/>
          </a:prstGeom>
        </p:spPr>
        <p:txBody>
          <a:bodyPr anchor="ctr"/>
          <a:lstStyle>
            <a:lvl1pPr algn="ct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71392" y="216027"/>
            <a:ext cx="455998" cy="456057"/>
          </a:xfrm>
          <a:prstGeom prst="rect">
            <a:avLst/>
          </a:prstGeom>
        </p:spPr>
        <p:txBody>
          <a:bodyPr anchor="ctr"/>
          <a:lstStyle>
            <a:lvl1pPr algn="ct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2285702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4570262" y="21259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6857107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CEA9C7F-1CB2-B0B0-AE4C-171B0AFC6E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9987" y="1285875"/>
            <a:ext cx="1861229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2F4D72D8-0638-1E42-6480-21D9CF7A44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76586" y="1285875"/>
            <a:ext cx="1861229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6DDCC2C-4DA8-F28F-9BBF-ACD120C05B4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71392" y="1285875"/>
            <a:ext cx="1861229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68608021"/>
      </p:ext>
    </p:extLst>
  </p:cSld>
  <p:clrMapOvr>
    <a:masterClrMapping/>
  </p:clrMapOvr>
  <p:transition spd="med"/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1855943" cy="428030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416" y="144018"/>
            <a:ext cx="1858324" cy="42803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  <a:lvl2pPr>
              <a:spcBef>
                <a:spcPts val="0"/>
              </a:spcBef>
              <a:defRPr sz="1050"/>
            </a:lvl2pPr>
            <a:lvl3pPr>
              <a:spcBef>
                <a:spcPts val="0"/>
              </a:spcBef>
              <a:defRPr sz="1050"/>
            </a:lvl3pPr>
            <a:lvl4pPr>
              <a:spcBef>
                <a:spcPts val="0"/>
              </a:spcBef>
              <a:defRPr sz="1050"/>
            </a:lvl4pPr>
            <a:lvl5pPr>
              <a:spcBef>
                <a:spcPts val="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D98038E-FA9A-2E7F-DE4F-45D37F116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9987" y="1285875"/>
            <a:ext cx="1861229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B3FDBEC-0A0D-82A4-F347-00CE8AD711B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76585" y="1285875"/>
            <a:ext cx="3818444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34371362"/>
      </p:ext>
    </p:extLst>
  </p:cSld>
  <p:clrMapOvr>
    <a:masterClrMapping/>
  </p:clrMapOvr>
  <p:transition spd="med"/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2783985" cy="714971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377FA90-E771-AC82-090E-6FBBAE2633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76585" y="1285875"/>
            <a:ext cx="3818444" cy="3214687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3C39AE1-8603-84DA-CC2F-0C36A1C9D1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5999" y="1285875"/>
            <a:ext cx="3818444" cy="3214687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45971508"/>
      </p:ext>
    </p:extLst>
  </p:cSld>
  <p:clrMapOvr>
    <a:masterClrMapping/>
  </p:clrMapOvr>
  <p:transition spd="med"/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4141645" cy="1715095"/>
          </a:xfrm>
        </p:spPr>
        <p:txBody>
          <a:bodyPr rIns="457200"/>
          <a:lstStyle>
            <a:lvl1pPr>
              <a:lnSpc>
                <a:spcPct val="100000"/>
              </a:lnSpc>
              <a:defRPr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3A4153E-E96A-682A-6ADB-86D8329C1B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0174" y="144017"/>
            <a:ext cx="1861229" cy="4286845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AA778F7-DDE5-2F6E-F5FA-F5B0F120E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066772" y="144017"/>
            <a:ext cx="1861229" cy="4286844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21189239"/>
      </p:ext>
    </p:extLst>
  </p:cSld>
  <p:clrMapOvr>
    <a:masterClrMapping/>
  </p:clrMapOvr>
  <p:transition spd="med"/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1857133" cy="1715095"/>
          </a:xfrm>
        </p:spPr>
        <p:txBody>
          <a:bodyPr/>
          <a:lstStyle>
            <a:lvl1pPr>
              <a:lnSpc>
                <a:spcPct val="100000"/>
              </a:lnSpc>
              <a:defRPr sz="16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38C4317-85BF-2C36-29AD-9974CF6DE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0174" y="144017"/>
            <a:ext cx="1861229" cy="4286845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11D0A98E-CDEF-685C-25C7-E4EA3AFDCDF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066772" y="144017"/>
            <a:ext cx="1861229" cy="4286844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41736433"/>
      </p:ext>
    </p:extLst>
  </p:cSld>
  <p:clrMapOvr>
    <a:masterClrMapping/>
  </p:clrMapOvr>
  <p:transition spd="med"/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4139265" cy="1715095"/>
          </a:xfrm>
        </p:spPr>
        <p:txBody>
          <a:bodyPr rIns="457200"/>
          <a:lstStyle>
            <a:lvl1pPr>
              <a:lnSpc>
                <a:spcPct val="100000"/>
              </a:lnSpc>
              <a:defRPr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01EF50-EF95-0C87-38FD-2E0B9FD3E3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793" y="1285875"/>
            <a:ext cx="1861229" cy="3214687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7715D83-2EB0-631E-31DF-DAE49EE1050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71392" y="1285876"/>
            <a:ext cx="1861229" cy="3214687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2EE4CB5-8991-123D-EBF8-1ED34CC50FE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94793" y="144018"/>
            <a:ext cx="1861229" cy="572095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4ACB30C-F320-75FA-F4BC-8A4103FF2F3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066772" y="144018"/>
            <a:ext cx="1861229" cy="572095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404498987"/>
      </p:ext>
    </p:extLst>
  </p:cSld>
  <p:clrMapOvr>
    <a:masterClrMapping/>
  </p:clrMapOvr>
  <p:transition spd="med"/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1855943" cy="1715095"/>
          </a:xfrm>
        </p:spPr>
        <p:txBody>
          <a:bodyPr rIns="0"/>
          <a:lstStyle>
            <a:lvl1pPr>
              <a:lnSpc>
                <a:spcPct val="100000"/>
              </a:lnSpc>
              <a:defRPr sz="16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C320D13A-B2E3-8109-F9A4-70AB45A14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793" y="1285875"/>
            <a:ext cx="1861229" cy="3214687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974BDB94-1ECF-14DA-1C2A-F289E665E08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71392" y="1285876"/>
            <a:ext cx="1861229" cy="3214687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6E55AA2-DCD0-9227-A831-24FD27E4CB5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94793" y="144018"/>
            <a:ext cx="1861229" cy="572095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08FF2718-83A0-A416-2862-0D74396362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066772" y="144018"/>
            <a:ext cx="1861229" cy="572095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408549876"/>
      </p:ext>
    </p:extLst>
  </p:cSld>
  <p:clrMapOvr>
    <a:masterClrMapping/>
  </p:clrMapOvr>
  <p:transition spd="med"/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1855943" cy="428030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00606" y="144018"/>
            <a:ext cx="1858324" cy="42803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050"/>
            </a:lvl2pPr>
            <a:lvl3pPr>
              <a:lnSpc>
                <a:spcPct val="90000"/>
              </a:lnSpc>
              <a:spcBef>
                <a:spcPts val="0"/>
              </a:spcBef>
              <a:defRPr sz="1050"/>
            </a:lvl3pPr>
            <a:lvl4pPr>
              <a:lnSpc>
                <a:spcPct val="90000"/>
              </a:lnSpc>
              <a:spcBef>
                <a:spcPts val="0"/>
              </a:spcBef>
              <a:defRPr sz="1050"/>
            </a:lvl4pPr>
            <a:lvl5pPr>
              <a:lnSpc>
                <a:spcPct val="9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85689" y="216027"/>
            <a:ext cx="455998" cy="455423"/>
          </a:xfrm>
          <a:prstGeom prst="rect">
            <a:avLst/>
          </a:prstGeom>
        </p:spPr>
        <p:txBody>
          <a:bodyPr anchor="ctr"/>
          <a:lstStyle>
            <a:lvl1pPr algn="ct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7071392" y="216027"/>
            <a:ext cx="456632" cy="456057"/>
          </a:xfrm>
          <a:prstGeom prst="rect">
            <a:avLst/>
          </a:prstGeom>
        </p:spPr>
        <p:txBody>
          <a:bodyPr anchor="ctr"/>
          <a:lstStyle>
            <a:lvl1pPr algn="ct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4570262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6857107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C6703E2E-EBF0-C866-7278-E844AFCB3A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9987" y="1285875"/>
            <a:ext cx="1861229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BD2030D9-4E2C-5A41-AC60-E9DAA791E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76586" y="1285875"/>
            <a:ext cx="1861229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2473B493-1BC7-D878-AEAA-C60A2D67B76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71392" y="1285875"/>
            <a:ext cx="1861229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0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49187878"/>
      </p:ext>
    </p:extLst>
  </p:cSld>
  <p:clrMapOvr>
    <a:masterClrMapping/>
  </p:clrMapOvr>
  <p:transition spd="med"/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15999" y="216027"/>
            <a:ext cx="455998" cy="456057"/>
          </a:xfrm>
          <a:prstGeom prst="rect">
            <a:avLst/>
          </a:prstGeom>
        </p:spPr>
        <p:txBody>
          <a:bodyPr anchor="ctr"/>
          <a:lstStyle>
            <a:lvl1pPr algn="ctr">
              <a:defRPr sz="600" b="0" i="0"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85689" y="216027"/>
            <a:ext cx="455998" cy="456057"/>
          </a:xfrm>
          <a:prstGeom prst="rect">
            <a:avLst/>
          </a:prstGeom>
        </p:spPr>
        <p:txBody>
          <a:bodyPr anchor="ctr"/>
          <a:lstStyle>
            <a:lvl1pPr algn="ctr">
              <a:defRPr sz="600" b="0" i="0"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15999" y="2427732"/>
            <a:ext cx="455998" cy="456057"/>
          </a:xfrm>
          <a:prstGeom prst="rect">
            <a:avLst/>
          </a:prstGeom>
        </p:spPr>
        <p:txBody>
          <a:bodyPr anchor="ctr"/>
          <a:lstStyle>
            <a:lvl1pPr algn="ctr">
              <a:defRPr sz="600" b="0" i="0"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85689" y="2428875"/>
            <a:ext cx="455998" cy="456057"/>
          </a:xfrm>
          <a:prstGeom prst="rect">
            <a:avLst/>
          </a:prstGeom>
        </p:spPr>
        <p:txBody>
          <a:bodyPr anchor="ctr"/>
          <a:lstStyle>
            <a:lvl1pPr algn="ctr">
              <a:defRPr sz="600" b="0" i="0"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 userDrawn="1"/>
        </p:nvCxnSpPr>
        <p:spPr bwMode="auto">
          <a:xfrm>
            <a:off x="4571405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 userDrawn="1"/>
        </p:nvCxnSpPr>
        <p:spPr bwMode="auto">
          <a:xfrm>
            <a:off x="213094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E4E8AF0-4192-FB86-9702-8592B301CA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10189" y="921222"/>
            <a:ext cx="2501177" cy="1150464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5744FFC-849B-8FBD-FF73-B21942BA08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85690" y="921222"/>
            <a:ext cx="2501177" cy="1150463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70A13E8E-060C-6E01-AB11-41A2190116B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16000" y="3135786"/>
            <a:ext cx="2501177" cy="1150461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277838E-5792-202A-65F5-342AF0992E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91500" y="3135786"/>
            <a:ext cx="2501177" cy="1150460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6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57404365"/>
      </p:ext>
    </p:extLst>
  </p:cSld>
  <p:clrMapOvr>
    <a:masterClrMapping/>
  </p:clrMapOvr>
  <p:transition spd="med"/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630936"/>
            <a:ext cx="2142846" cy="853821"/>
          </a:xfrm>
        </p:spPr>
        <p:txBody>
          <a:bodyPr/>
          <a:lstStyle>
            <a:lvl1pPr>
              <a:lnSpc>
                <a:spcPct val="100000"/>
              </a:lnSpc>
              <a:defRPr sz="16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5999" y="144450"/>
            <a:ext cx="1858324" cy="428030"/>
          </a:xfrm>
          <a:prstGeom prst="rect">
            <a:avLst/>
          </a:prstGeom>
        </p:spPr>
        <p:txBody>
          <a:bodyPr/>
          <a:lstStyle>
            <a:lvl1pPr>
              <a:defRPr sz="10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4FBB383F-F59D-AEC8-4D6C-AC28926B09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72389" y="216028"/>
            <a:ext cx="1861229" cy="1929407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053B001-EDB1-FA28-FFB0-F41FF2D3313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048988" y="216028"/>
            <a:ext cx="1861229" cy="1929407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8F0E9F-03CA-D8CD-75A1-CB650A81E99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72389" y="2500312"/>
            <a:ext cx="1861229" cy="1857375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16D24DB-6F94-3A9D-70FD-B96C2E9E8D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048988" y="2500312"/>
            <a:ext cx="1861229" cy="1857375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95023422"/>
      </p:ext>
    </p:extLst>
  </p:cSld>
  <p:clrMapOvr>
    <a:masterClrMapping/>
  </p:clrMapOvr>
  <p:transition spd="med"/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572643"/>
            <a:ext cx="4141050" cy="853821"/>
          </a:xfrm>
        </p:spPr>
        <p:txBody>
          <a:bodyPr rIns="457200"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5999" y="144450"/>
            <a:ext cx="1858324" cy="16802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0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BEE7923F-2C08-E17F-72B0-F41C361C53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72389" y="216028"/>
            <a:ext cx="1861229" cy="1929407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F52302E-5C35-DCB5-2D11-CC0BE75371A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048988" y="216028"/>
            <a:ext cx="1861229" cy="1929407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44BCD2A-7E42-10EE-E251-907F955BFC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72389" y="2500312"/>
            <a:ext cx="1861229" cy="1857375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FEF5B836-0687-FE12-9EE1-7B2CB112453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048988" y="2500312"/>
            <a:ext cx="1861229" cy="1857375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78798440"/>
      </p:ext>
    </p:extLst>
  </p:cSld>
  <p:clrMapOvr>
    <a:masterClrMapping/>
  </p:clrMapOvr>
  <p:transition spd="med"/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1858324" cy="1715095"/>
          </a:xfrm>
        </p:spPr>
        <p:txBody>
          <a:bodyPr/>
          <a:lstStyle>
            <a:lvl1pPr>
              <a:lnSpc>
                <a:spcPct val="100000"/>
              </a:lnSpc>
              <a:defRPr sz="16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32141B-6D8C-ADDD-8D24-D2B36038138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72389" y="2496312"/>
            <a:ext cx="1861229" cy="2000343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DBD6A3D-FB96-6A97-1F58-F61F03D3769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048988" y="2496312"/>
            <a:ext cx="1861229" cy="2000343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54BA88F-5BD8-839D-33E8-DAC02350ACA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10189" y="2496312"/>
            <a:ext cx="1861229" cy="2000344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BCA7C7E-4E8C-6B73-007A-21635527B0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486788" y="2496312"/>
            <a:ext cx="1861229" cy="2000343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54460833"/>
      </p:ext>
    </p:extLst>
  </p:cSld>
  <p:clrMapOvr>
    <a:masterClrMapping/>
  </p:clrMapOvr>
  <p:transition spd="med"/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4143431" cy="1715095"/>
          </a:xfrm>
        </p:spPr>
        <p:txBody>
          <a:bodyPr rIns="457200"/>
          <a:lstStyle>
            <a:lvl1pPr>
              <a:lnSpc>
                <a:spcPct val="100000"/>
              </a:lnSpc>
              <a:defRPr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34340CDF-396E-8FEA-9F33-A868AEB7DE6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72389" y="2496312"/>
            <a:ext cx="1861229" cy="2000343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04B77E5-DBD6-E6DD-D620-C878361A7B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048988" y="2496312"/>
            <a:ext cx="1861229" cy="2000343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C83D79D-159D-684B-A0A2-E6DD61C3A50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10189" y="2496312"/>
            <a:ext cx="1861229" cy="2000344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50B9EEB-A8EA-2744-D650-EC7233DAFF4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486788" y="2496312"/>
            <a:ext cx="1861229" cy="2000343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76216113"/>
      </p:ext>
    </p:extLst>
  </p:cSld>
  <p:clrMapOvr>
    <a:masterClrMapping/>
  </p:clrMapOvr>
  <p:transition spd="med"/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1855943" cy="1715096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74FE312-96C3-0801-8AFE-48C53A385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72389" y="216028"/>
            <a:ext cx="1861229" cy="1929407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BFE072FD-410A-B1CF-4BD5-EFE459133BB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048988" y="216028"/>
            <a:ext cx="1861229" cy="1929407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1C0822F6-B969-1E92-CC74-0CBB1126A9C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772389" y="2500312"/>
            <a:ext cx="1861229" cy="1857375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AB4B51-7CBC-4B83-F837-82517C33FEB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048988" y="2500312"/>
            <a:ext cx="1861229" cy="1857375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AB00072-45AF-510F-C146-BAC3B20406F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499416" y="216027"/>
            <a:ext cx="1861229" cy="1929407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4503F3E-D426-7E9E-BDBD-CDA2B731934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499416" y="2500312"/>
            <a:ext cx="1861229" cy="1857374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3777005"/>
      </p:ext>
    </p:extLst>
  </p:cSld>
  <p:clrMapOvr>
    <a:masterClrMapping/>
  </p:clrMapOvr>
  <p:transition spd="med"/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1855943" cy="1072158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499987" y="216027"/>
            <a:ext cx="150856" cy="151209"/>
          </a:xfrm>
          <a:prstGeom prst="rect">
            <a:avLst/>
          </a:prstGeom>
        </p:spPr>
        <p:txBody>
          <a:bodyPr/>
          <a:lstStyle>
            <a:lvl1pPr>
              <a:defRPr sz="5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85690" y="216027"/>
            <a:ext cx="150856" cy="151209"/>
          </a:xfrm>
          <a:prstGeom prst="rect">
            <a:avLst/>
          </a:prstGeom>
        </p:spPr>
        <p:txBody>
          <a:bodyPr/>
          <a:lstStyle>
            <a:lvl1pPr>
              <a:defRPr sz="5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071392" y="216027"/>
            <a:ext cx="150856" cy="151209"/>
          </a:xfrm>
          <a:prstGeom prst="rect">
            <a:avLst/>
          </a:prstGeom>
        </p:spPr>
        <p:txBody>
          <a:bodyPr/>
          <a:lstStyle>
            <a:lvl1pPr>
              <a:defRPr sz="5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499987" y="2510487"/>
            <a:ext cx="150856" cy="151209"/>
          </a:xfrm>
          <a:prstGeom prst="rect">
            <a:avLst/>
          </a:prstGeom>
        </p:spPr>
        <p:txBody>
          <a:bodyPr/>
          <a:lstStyle>
            <a:lvl1pPr>
              <a:defRPr sz="5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785690" y="2510487"/>
            <a:ext cx="150856" cy="151209"/>
          </a:xfrm>
          <a:prstGeom prst="rect">
            <a:avLst/>
          </a:prstGeom>
        </p:spPr>
        <p:txBody>
          <a:bodyPr/>
          <a:lstStyle>
            <a:lvl1pPr>
              <a:defRPr sz="5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071392" y="2510487"/>
            <a:ext cx="150856" cy="151209"/>
          </a:xfrm>
          <a:prstGeom prst="rect">
            <a:avLst/>
          </a:prstGeom>
        </p:spPr>
        <p:txBody>
          <a:bodyPr/>
          <a:lstStyle>
            <a:lvl1pPr>
              <a:defRPr sz="525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2CDB94-BA57-B58F-95F0-D406FE34BB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3" y="2286000"/>
            <a:ext cx="664520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CBE6E3-0E18-8A57-578D-D314948AF14F}"/>
              </a:ext>
            </a:extLst>
          </p:cNvPr>
          <p:cNvCxnSpPr/>
          <p:nvPr userDrawn="1"/>
        </p:nvCxnSpPr>
        <p:spPr bwMode="auto">
          <a:xfrm>
            <a:off x="2285702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200B05-7E36-4E03-3739-0BA983764616}"/>
              </a:ext>
            </a:extLst>
          </p:cNvPr>
          <p:cNvCxnSpPr/>
          <p:nvPr userDrawn="1"/>
        </p:nvCxnSpPr>
        <p:spPr bwMode="auto">
          <a:xfrm>
            <a:off x="6857107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FF3B59-8BBA-8C99-9D4D-743723E434FC}"/>
              </a:ext>
            </a:extLst>
          </p:cNvPr>
          <p:cNvCxnSpPr/>
          <p:nvPr userDrawn="1"/>
        </p:nvCxnSpPr>
        <p:spPr bwMode="auto">
          <a:xfrm>
            <a:off x="4570262" y="21259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784E564-F094-C65E-4C30-6AD26FD6AE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72389" y="535279"/>
            <a:ext cx="1861229" cy="1393531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B384162-F420-216E-B250-BA49ED23AA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048988" y="535279"/>
            <a:ext cx="1861229" cy="1393529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D5D50EC-56AE-CB68-AF0D-967D997C22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72389" y="2819563"/>
            <a:ext cx="1861229" cy="1395246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5DF0382-EAC2-42E6-8F3C-D78D9970116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48988" y="2819563"/>
            <a:ext cx="1861229" cy="1395244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63E7DA-FA91-79CE-F137-C4CFF423781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499416" y="535278"/>
            <a:ext cx="1861229" cy="1393530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3E415E0-33AF-4F69-4718-A13AF38331B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499416" y="2819563"/>
            <a:ext cx="1861229" cy="1395245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6722375"/>
      </p:ext>
    </p:extLst>
  </p:cSld>
  <p:clrMapOvr>
    <a:masterClrMapping/>
  </p:clrMapOvr>
  <p:transition spd="med"/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018"/>
            <a:ext cx="4139264" cy="1279922"/>
          </a:xfrm>
        </p:spPr>
        <p:txBody>
          <a:bodyPr rIns="457200"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15475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2" y="2286000"/>
            <a:ext cx="0" cy="221456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6857107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4570262" y="21259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22EB5F78-B3F7-EBA1-BE53-B96CA397D9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72389" y="216028"/>
            <a:ext cx="1861229" cy="1929407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BFFEAD4C-1129-22EA-9ED5-9BE409A0C74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048988" y="216028"/>
            <a:ext cx="1861229" cy="1929407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91719EAC-72ED-B4B5-CA48-EB23C5EB8B0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772389" y="2500312"/>
            <a:ext cx="1861229" cy="1857375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8C9C88E-05A2-25E3-4571-C794E968D7F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048988" y="2500312"/>
            <a:ext cx="1861229" cy="1857375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D76302BE-E896-F153-8F88-B63A433B5C2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15475" y="2499741"/>
            <a:ext cx="1861229" cy="1857943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FF14BC99-A0C2-45B6-C1F6-84D3EACEDF4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499416" y="2500312"/>
            <a:ext cx="1861229" cy="1857374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54168232"/>
      </p:ext>
    </p:extLst>
  </p:cSld>
  <p:clrMapOvr>
    <a:masterClrMapping/>
  </p:clrMapOvr>
  <p:transition spd="med"/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1855943" cy="1279922"/>
          </a:xfrm>
        </p:spPr>
        <p:txBody>
          <a:bodyPr rIns="0"/>
          <a:lstStyle>
            <a:lvl1pPr>
              <a:lnSpc>
                <a:spcPct val="100000"/>
              </a:lnSpc>
              <a:defRPr sz="165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15475" y="2286000"/>
            <a:ext cx="871543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5702" y="2286000"/>
            <a:ext cx="0" cy="221456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6857107" y="21371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4570262" y="212598"/>
            <a:ext cx="0" cy="428684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BA90B24-A7AA-EE26-4DF0-B0850F874CC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6976" y="2499741"/>
            <a:ext cx="1884557" cy="1857943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293E5F0-8E0D-8611-485C-03E54EE01CA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496947" y="2499741"/>
            <a:ext cx="1884557" cy="1857941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5B5649-C746-EAC6-E506-88A5EE6297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771406" y="2513033"/>
            <a:ext cx="1884557" cy="1844647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1C336AE-32DC-6A3D-A0A5-FD3BEEE59F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046007" y="2499741"/>
            <a:ext cx="1866798" cy="1857936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8F4A404-A74C-F889-564A-6677AB4E33D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053665" y="216028"/>
            <a:ext cx="1866798" cy="1929407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D20BC60-A254-2972-5466-846B4E395A1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59020" y="216027"/>
            <a:ext cx="1866798" cy="1929405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54835743"/>
      </p:ext>
    </p:extLst>
  </p:cSld>
  <p:clrMapOvr>
    <a:masterClrMapping/>
  </p:clrMapOvr>
  <p:transition spd="med"/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1855943" cy="572096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85689" y="213718"/>
            <a:ext cx="4142836" cy="471547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97050FE-79BA-7876-7C87-1EBC54ABDE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06977" y="1285875"/>
            <a:ext cx="1864441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1D7D74-3344-9F6B-7157-4A7E1AB4834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500582" y="1285875"/>
            <a:ext cx="1864441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0748976"/>
      </p:ext>
    </p:extLst>
  </p:cSld>
  <p:clrMapOvr>
    <a:masterClrMapping/>
  </p:clrMapOvr>
  <p:transition spd="med"/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1855943" cy="572096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8150" y="4839236"/>
            <a:ext cx="100375" cy="9233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285702" y="0"/>
            <a:ext cx="6858298" cy="514350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581521-9341-A586-10B8-D3CD3EBBADF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6977" y="1285875"/>
            <a:ext cx="1864441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33885381"/>
      </p:ext>
    </p:extLst>
  </p:cSld>
  <p:clrMapOvr>
    <a:masterClrMapping/>
  </p:clrMapOvr>
  <p:transition spd="med"/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1855943" cy="572096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8150" y="4839236"/>
            <a:ext cx="100375" cy="9233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499987" y="211932"/>
            <a:ext cx="6430919" cy="4717256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D171C2C-D5EE-B66A-FC5F-45245937D1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1123" y="1285875"/>
            <a:ext cx="1861229" cy="3214688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89060737"/>
      </p:ext>
    </p:extLst>
  </p:cSld>
  <p:clrMapOvr>
    <a:masterClrMapping/>
  </p:clrMapOvr>
  <p:transition spd="med"/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9139" y="4839235"/>
            <a:ext cx="99386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993610977"/>
      </p:ext>
    </p:extLst>
  </p:cSld>
  <p:clrMapOvr>
    <a:masterClrMapping/>
  </p:clrMapOvr>
  <p:transition spd="med"/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9139" y="4839235"/>
            <a:ext cx="99386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3094" y="213717"/>
            <a:ext cx="8715431" cy="4717851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316683079"/>
      </p:ext>
    </p:extLst>
  </p:cSld>
  <p:clrMapOvr>
    <a:masterClrMapping/>
  </p:clrMapOvr>
  <p:transition spd="med"/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5999" y="2293921"/>
            <a:ext cx="927376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15999" y="3571875"/>
            <a:ext cx="927376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15999" y="982078"/>
            <a:ext cx="927376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783309" y="2295525"/>
            <a:ext cx="927376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83309" y="3571875"/>
            <a:ext cx="927376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783309" y="1000125"/>
            <a:ext cx="927376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2BD9F85F-FC85-6E91-ADD3-38F0F5BEE2E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786214" y="2293921"/>
            <a:ext cx="872968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8FF7CC5C-A250-D817-B1E6-EBD584F08B1B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786214" y="3571875"/>
            <a:ext cx="872968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9416EBE0-0E9C-366F-583C-0BE751DA2B3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4786214" y="992277"/>
            <a:ext cx="872968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1855943" cy="572096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4C60C05-9B2E-E5AA-E325-3B56BC1B458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255945" y="982078"/>
            <a:ext cx="2158405" cy="946735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E5379598-B132-493E-3A4A-13641BF453F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255945" y="2293922"/>
            <a:ext cx="2158405" cy="922614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D387A7EC-6D77-1F31-248D-AF22142944D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255945" y="3571875"/>
            <a:ext cx="2191072" cy="922614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2" name="Picture Placeholder 7">
            <a:extLst>
              <a:ext uri="{FF2B5EF4-FFF2-40B4-BE49-F238E27FC236}">
                <a16:creationId xmlns:a16="http://schemas.microsoft.com/office/drawing/2014/main" id="{79C6738A-ED82-E7BB-C9BF-8057E77ED4B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783210" y="2304121"/>
            <a:ext cx="927376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33" name="Picture Placeholder 7">
            <a:extLst>
              <a:ext uri="{FF2B5EF4-FFF2-40B4-BE49-F238E27FC236}">
                <a16:creationId xmlns:a16="http://schemas.microsoft.com/office/drawing/2014/main" id="{24967257-4251-A48B-9DE6-F07EC4EC0362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4783210" y="3582075"/>
            <a:ext cx="927376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34" name="Picture Placeholder 7">
            <a:extLst>
              <a:ext uri="{FF2B5EF4-FFF2-40B4-BE49-F238E27FC236}">
                <a16:creationId xmlns:a16="http://schemas.microsoft.com/office/drawing/2014/main" id="{4A6B1635-0D2E-93F5-D353-C9B1B58E7780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783210" y="992277"/>
            <a:ext cx="927376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44" name="Picture Placeholder 7">
            <a:extLst>
              <a:ext uri="{FF2B5EF4-FFF2-40B4-BE49-F238E27FC236}">
                <a16:creationId xmlns:a16="http://schemas.microsoft.com/office/drawing/2014/main" id="{0541A3D3-1296-6D28-80F6-210E0C86167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783210" y="2311968"/>
            <a:ext cx="859041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45" name="Picture Placeholder 7">
            <a:extLst>
              <a:ext uri="{FF2B5EF4-FFF2-40B4-BE49-F238E27FC236}">
                <a16:creationId xmlns:a16="http://schemas.microsoft.com/office/drawing/2014/main" id="{EE31C9DF-6A33-F9E3-7394-0B59091621E3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4783210" y="3589922"/>
            <a:ext cx="859041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46" name="Picture Placeholder 7">
            <a:extLst>
              <a:ext uri="{FF2B5EF4-FFF2-40B4-BE49-F238E27FC236}">
                <a16:creationId xmlns:a16="http://schemas.microsoft.com/office/drawing/2014/main" id="{2CAAA857-D33B-2769-F70D-96215C29A417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783210" y="1000125"/>
            <a:ext cx="859041" cy="92868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3412D36A-B5BE-A294-20DF-30B55A06C5A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823156" y="1000125"/>
            <a:ext cx="2191072" cy="946735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ED900610-36FC-D7DA-7651-CC7E3D3200D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823156" y="2311969"/>
            <a:ext cx="2191072" cy="922614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BFEAE0F0-F94C-F405-C850-B3545368F69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823156" y="3589923"/>
            <a:ext cx="2191072" cy="922614"/>
          </a:xfrm>
          <a:prstGeom prst="rect">
            <a:avLst/>
          </a:prstGeom>
        </p:spPr>
        <p:txBody>
          <a:bodyPr/>
          <a:lstStyle>
            <a:lvl1pPr defTabSz="435483">
              <a:lnSpc>
                <a:spcPct val="100000"/>
              </a:lnSpc>
              <a:spcBef>
                <a:spcPts val="0"/>
              </a:spcBef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28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4705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69900" indent="-122850" defTabSz="43548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435483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01264285"/>
      </p:ext>
    </p:extLst>
  </p:cSld>
  <p:clrMapOvr>
    <a:masterClrMapping/>
  </p:clrMapOvr>
  <p:transition spd="med"/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1855943" cy="1715095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2499987" y="213718"/>
            <a:ext cx="6428538" cy="4286845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00711"/>
      </p:ext>
    </p:extLst>
  </p:cSld>
  <p:clrMapOvr>
    <a:masterClrMapping/>
  </p:clrMapOvr>
  <p:transition spd="med"/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5999" y="144450"/>
            <a:ext cx="1858324" cy="10721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1392" y="213718"/>
            <a:ext cx="1857133" cy="428684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54864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8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2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72270"/>
      </p:ext>
    </p:extLst>
  </p:cSld>
  <p:clrMapOvr>
    <a:masterClrMapping/>
  </p:clrMapOvr>
  <p:transition spd="med"/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450"/>
            <a:ext cx="1855943" cy="572643"/>
          </a:xfrm>
        </p:spPr>
        <p:txBody>
          <a:bodyPr/>
          <a:lstStyle>
            <a:lvl1pPr>
              <a:lnSpc>
                <a:spcPct val="100000"/>
              </a:lnSpc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92517"/>
      </p:ext>
    </p:extLst>
  </p:cSld>
  <p:clrMapOvr>
    <a:masterClrMapping/>
  </p:clrMapOvr>
  <p:transition spd="med"/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5999" y="144450"/>
            <a:ext cx="1858324" cy="107215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1392" y="213718"/>
            <a:ext cx="1857133" cy="428684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54864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8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2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7856" y="4801791"/>
            <a:ext cx="1858324" cy="142875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5689" y="213718"/>
            <a:ext cx="1857133" cy="428684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54864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09728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164592" indent="-54864"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52064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297445"/>
      </p:ext>
    </p:extLst>
  </p:cSld>
  <p:clrMapOvr>
    <a:masterClrMapping/>
  </p:clrMapOvr>
  <p:transition spd="med"/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924003" y="2313173"/>
            <a:ext cx="1295993" cy="51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311305"/>
      </p:ext>
    </p:extLst>
  </p:cSld>
  <p:clrMapOvr>
    <a:masterClrMapping/>
  </p:clrMapOvr>
  <p:transition spd="med"/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6" y="168023"/>
            <a:ext cx="4143431" cy="1715095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D2EFD-B47D-5B95-E333-6FEC577D1B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3" y="4837777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477" y="2496219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4" indent="-96014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9" indent="-96014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43" indent="-96014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8392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4" indent="-96014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9" indent="-96014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43" indent="-96014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479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4" indent="-96014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9" indent="-96014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43" indent="-96014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3" y="2500313"/>
            <a:ext cx="1855943" cy="2004344"/>
          </a:xfrm>
        </p:spPr>
        <p:txBody>
          <a:bodyPr/>
          <a:lstStyle>
            <a:lvl1pPr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4" indent="-96014"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9" indent="-96014"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43" indent="-96014"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28601"/>
      </p:ext>
    </p:extLst>
  </p:cSld>
  <p:clrMapOvr>
    <a:masterClrMapping/>
  </p:clrMapOvr>
  <p:transition spd="med"/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2"/>
            <a:ext cx="9144000" cy="45005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6" y="157736"/>
            <a:ext cx="4143431" cy="2358033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096" y="4535351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4" indent="-96014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9" indent="-96014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43" indent="-96014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5060" y="4535351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4" indent="-96014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9" indent="-96014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43" indent="-96014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8356276" y="4701045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629701"/>
      </p:ext>
    </p:extLst>
  </p:cSld>
  <p:clrMapOvr>
    <a:masterClrMapping/>
  </p:clrMapOvr>
  <p:transition spd="med"/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9144000" cy="45005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95" y="157735"/>
            <a:ext cx="4143431" cy="2358033"/>
          </a:xfrm>
        </p:spPr>
        <p:txBody>
          <a:bodyPr/>
          <a:lstStyle>
            <a:lvl1pPr>
              <a:lnSpc>
                <a:spcPct val="100000"/>
              </a:lnSpc>
              <a:defRPr sz="322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095" y="4535350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0" indent="-96010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0" indent="-96010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29" indent="-96010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5060" y="4535350"/>
            <a:ext cx="1851467" cy="428625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10" indent="-96010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20" indent="-96010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29" indent="-96010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6276" y="4701045"/>
            <a:ext cx="61428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359597"/>
      </p:ext>
    </p:extLst>
  </p:cSld>
  <p:clrMapOvr>
    <a:masterClrMapping/>
  </p:clrMapOvr>
  <p:transition spd="med"/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826948" y="4805900"/>
            <a:ext cx="101577" cy="18466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pPr defTabSz="685880">
              <a:defRPr/>
            </a:pPr>
            <a:fld id="{86CB4B4D-7CA3-9044-876B-883B54F8677D}" type="slidenum">
              <a:rPr lang="en-US" smtClean="0">
                <a:solidFill>
                  <a:srgbClr val="000000"/>
                </a:solidFill>
              </a:rPr>
              <a:pPr defTabSz="68588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33F7B7-5AD6-1E43-4FD9-3C700AC2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09" y="143953"/>
            <a:ext cx="5508776" cy="1072158"/>
          </a:xfrm>
        </p:spPr>
        <p:txBody>
          <a:bodyPr rIns="457200"/>
          <a:lstStyle>
            <a:lvl1pPr>
              <a:lnSpc>
                <a:spcPct val="100000"/>
              </a:lnSpc>
              <a:defRPr sz="2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99C054CF-9453-850A-6B65-8421B4607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3095" y="4801589"/>
            <a:ext cx="1858324" cy="1428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pPr defTabSz="685880">
              <a:defRPr/>
            </a:pPr>
            <a:r>
              <a:rPr lang="en-US">
                <a:solidFill>
                  <a:srgbClr val="000000"/>
                </a:solidFill>
              </a:rPr>
              <a:t>IBM TechXchange | 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809010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5" y="4705254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722316"/>
      </p:ext>
    </p:extLst>
  </p:cSld>
  <p:clrMapOvr>
    <a:masterClrMapping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8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pic>
        <p:nvPicPr>
          <p:cNvPr id="10" name="Picture">
            <a:extLst>
              <a:ext uri="{FF2B5EF4-FFF2-40B4-BE49-F238E27FC236}">
                <a16:creationId xmlns:a16="http://schemas.microsoft.com/office/drawing/2014/main" id="{AF27D010-9F2C-E24B-9425-1712E90099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5" y="4705254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530984"/>
      </p:ext>
    </p:extLst>
  </p:cSld>
  <p:clrMapOvr>
    <a:masterClrMapping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F7EA8AAE-0BDE-7D4C-B52A-496FD9C298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5" y="4705254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49603"/>
      </p:ext>
    </p:extLst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9" y="457"/>
            <a:ext cx="9133546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2F8C8987-724F-6B47-A6B9-8E11DF00B8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5" y="4705254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169073"/>
      </p:ext>
    </p:extLst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9" y="459"/>
            <a:ext cx="9133546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7B48B5CA-5BC1-8844-81E1-24543A8F2C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5" y="4705254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0220"/>
      </p:ext>
    </p:extLst>
  </p:cSld>
  <p:clrMapOvr>
    <a:masterClrMapping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596131-38DE-3A44-BE82-CDD2A1709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847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5" y="4705254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901371"/>
      </p:ext>
    </p:extLst>
  </p:cSld>
  <p:clrMapOvr>
    <a:masterClrMapping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6EA217-D975-DE4B-A991-B3A7FEFBAC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187" y="3810"/>
            <a:ext cx="9128406" cy="513969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9FC9FB8B-2D23-D949-963B-B1200DEDE8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5" y="4705254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781692"/>
      </p:ext>
    </p:extLst>
  </p:cSld>
  <p:clrMapOvr>
    <a:masterClrMapping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8" y="459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14C6F24E-1E96-144E-A44F-8124FE9D9B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5" y="4705254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976506"/>
      </p:ext>
    </p:extLst>
  </p:cSld>
  <p:clrMapOvr>
    <a:masterClrMapping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8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BE20C7ED-E83C-DE49-B49C-6FE6E39CB3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5" y="4705254"/>
            <a:ext cx="521587" cy="2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507606"/>
      </p:ext>
    </p:extLst>
  </p:cSld>
  <p:clrMapOvr>
    <a:masterClrMapping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702103"/>
      </p:ext>
    </p:extLst>
  </p:cSld>
  <p:clrMapOvr>
    <a:masterClrMapping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01605" indent="0">
              <a:buNone/>
              <a:defRPr/>
            </a:lvl3pPr>
            <a:lvl4pPr marL="434960" indent="0">
              <a:buNone/>
              <a:defRPr/>
            </a:lvl4pPr>
            <a:lvl5pPr marL="63180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01605" indent="0">
              <a:buNone/>
              <a:defRPr/>
            </a:lvl3pPr>
            <a:lvl4pPr marL="434960" indent="0">
              <a:buNone/>
              <a:defRPr/>
            </a:lvl4pPr>
            <a:lvl5pPr marL="63180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280394"/>
      </p:ext>
    </p:extLst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916122"/>
      </p:ext>
    </p:extLst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762000"/>
      </p:ext>
    </p:extLst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3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601851"/>
      </p:ext>
    </p:extLst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5" y="201168"/>
            <a:ext cx="5562535" cy="4294632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429454"/>
      </p:ext>
    </p:extLst>
  </p:cSld>
  <p:clrMapOvr>
    <a:masterClrMapping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504699"/>
      </p:ext>
    </p:extLst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9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791711"/>
      </p:ext>
    </p:extLst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43838"/>
      </p:ext>
    </p:extLst>
  </p:cSld>
  <p:clrMapOvr>
    <a:masterClrMapping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124533"/>
      </p:ext>
    </p:extLst>
  </p:cSld>
  <p:clrMapOvr>
    <a:masterClrMapping/>
  </p:clrMapOvr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758643"/>
      </p:ext>
    </p:extLst>
  </p:cSld>
  <p:clrMapOvr>
    <a:masterClrMapping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315832"/>
      </p:ext>
    </p:extLst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4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IBM Plex Sans Light" panose="020B0503050203000203" pitchFamily="34" charset="0"/>
              <a:cs typeface="IBM Plex Sans Light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689550"/>
      </p:ext>
    </p:extLst>
  </p:cSld>
  <p:clrMapOvr>
    <a:masterClrMapping/>
  </p:clrMapOvr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85103"/>
      </p:ext>
    </p:extLst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847204"/>
      </p:ext>
    </p:extLst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35848"/>
      </p:ext>
    </p:extLst>
  </p:cSld>
  <p:clrMapOvr>
    <a:masterClrMapping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5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1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3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4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376076"/>
      </p:ext>
    </p:extLst>
  </p:cSld>
  <p:clrMapOvr>
    <a:masterClrMapping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5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5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1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4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3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584439"/>
      </p:ext>
    </p:extLst>
  </p:cSld>
  <p:clrMapOvr>
    <a:masterClrMapping/>
  </p:clrMapOvr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2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5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5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3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3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3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475635"/>
      </p:ext>
    </p:extLst>
  </p:cSld>
  <p:clrMapOvr>
    <a:masterClrMapping/>
  </p:clrMapOvr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45539"/>
      </p:ext>
    </p:extLst>
  </p:cSld>
  <p:clrMapOvr>
    <a:masterClrMapping/>
  </p:clrMapOvr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1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774477"/>
      </p:ext>
    </p:extLst>
  </p:cSld>
  <p:clrMapOvr>
    <a:masterClrMapping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1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1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1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538810"/>
      </p:ext>
    </p:extLst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542161"/>
      </p:ext>
    </p:extLst>
  </p:cSld>
  <p:clrMapOvr>
    <a:masterClrMapping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907210"/>
      </p:ext>
    </p:extLst>
  </p:cSld>
  <p:clrMapOvr>
    <a:masterClrMapping/>
  </p:clrMapOvr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55982"/>
      </p:ext>
    </p:extLst>
  </p:cSld>
  <p:clrMapOvr>
    <a:masterClrMapping/>
  </p:clrMapOvr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024600"/>
      </p:ext>
    </p:extLst>
  </p:cSld>
  <p:clrMapOvr>
    <a:masterClrMapping/>
  </p:clrMapOvr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158248"/>
      </p:ext>
    </p:extLst>
  </p:cSld>
  <p:clrMapOvr>
    <a:masterClrMapping/>
  </p:clrMapOvr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080898"/>
      </p:ext>
    </p:extLst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3423383"/>
      </p:ext>
    </p:extLst>
  </p:cSld>
  <p:clrMapOvr>
    <a:masterClrMapping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05" indent="0">
              <a:buNone/>
              <a:defRPr/>
            </a:lvl3pPr>
            <a:lvl4pPr marL="434960" indent="0">
              <a:buNone/>
              <a:defRPr/>
            </a:lvl4pPr>
            <a:lvl5pPr marL="63180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477814"/>
      </p:ext>
    </p:extLst>
  </p:cSld>
  <p:clrMapOvr>
    <a:masterClrMapping/>
  </p:clrMapOvr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9" y="2312885"/>
            <a:ext cx="1297606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316692"/>
      </p:ext>
    </p:extLst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200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63496"/>
      </p:ext>
    </p:extLst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9" y="2312886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103072"/>
      </p:ext>
    </p:extLst>
  </p:cSld>
  <p:clrMapOvr>
    <a:masterClrMapping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-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286000" y="0"/>
            <a:ext cx="6858000" cy="5143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7143" tIns="28571" rIns="57143" bIns="285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44" b="0" i="0" dirty="0">
              <a:latin typeface="IBM Plex Sans" panose="020B050305020300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2" y="1285875"/>
            <a:ext cx="1857375" cy="2286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125"/>
              </a:spcBef>
              <a:defRPr sz="1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285752" y="114300"/>
            <a:ext cx="1857375" cy="514350"/>
          </a:xfrm>
        </p:spPr>
        <p:txBody>
          <a:bodyPr tIns="0" anchor="t">
            <a:noAutofit/>
          </a:bodyPr>
          <a:lstStyle>
            <a:lvl1pPr>
              <a:defRPr sz="875">
                <a:solidFill>
                  <a:srgbClr val="0F62FE"/>
                </a:solidFill>
              </a:defRPr>
            </a:lvl1pPr>
            <a:lvl2pPr>
              <a:defRPr sz="1000">
                <a:solidFill>
                  <a:schemeClr val="accent1"/>
                </a:solidFill>
              </a:defRPr>
            </a:lvl2pPr>
            <a:lvl3pPr>
              <a:defRPr sz="1000">
                <a:solidFill>
                  <a:schemeClr val="accent1"/>
                </a:solidFill>
              </a:defRPr>
            </a:lvl3pPr>
            <a:lvl4pPr>
              <a:defRPr sz="1000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4714875" y="1285876"/>
            <a:ext cx="2114550" cy="3286125"/>
          </a:xfrm>
        </p:spPr>
        <p:txBody>
          <a:bodyPr tIns="0">
            <a:noAutofit/>
          </a:bodyPr>
          <a:lstStyle>
            <a:lvl1pPr>
              <a:defRPr sz="1125">
                <a:solidFill>
                  <a:schemeClr val="tx1"/>
                </a:solidFill>
              </a:defRPr>
            </a:lvl1pPr>
            <a:lvl2pPr marL="114294" indent="-114294">
              <a:lnSpc>
                <a:spcPct val="110000"/>
              </a:lnSpc>
              <a:spcBef>
                <a:spcPts val="1125"/>
              </a:spcBef>
              <a:defRPr sz="1125">
                <a:solidFill>
                  <a:schemeClr val="tx1"/>
                </a:solidFill>
              </a:defRPr>
            </a:lvl2pPr>
            <a:lvl3pPr marL="228588" indent="-114294">
              <a:spcBef>
                <a:spcPts val="0"/>
              </a:spcBef>
              <a:defRPr sz="1125">
                <a:solidFill>
                  <a:schemeClr val="tx1"/>
                </a:solidFill>
              </a:defRPr>
            </a:lvl3pPr>
            <a:lvl4pPr marL="342884" indent="-114294">
              <a:lnSpc>
                <a:spcPct val="110000"/>
              </a:lnSpc>
              <a:spcBef>
                <a:spcPts val="0"/>
              </a:spcBef>
              <a:defRPr sz="1125">
                <a:solidFill>
                  <a:schemeClr val="tx1"/>
                </a:solidFill>
              </a:defRPr>
            </a:lvl4pPr>
            <a:lvl5pPr marL="457178" indent="-114294">
              <a:lnSpc>
                <a:spcPct val="110000"/>
              </a:lnSpc>
              <a:spcBef>
                <a:spcPts val="0"/>
              </a:spcBef>
              <a:defRPr sz="11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2"/>
          </p:nvPr>
        </p:nvSpPr>
        <p:spPr>
          <a:xfrm>
            <a:off x="2428875" y="1285876"/>
            <a:ext cx="2114550" cy="3286125"/>
          </a:xfrm>
        </p:spPr>
        <p:txBody>
          <a:bodyPr tIns="0">
            <a:noAutofit/>
          </a:bodyPr>
          <a:lstStyle>
            <a:lvl1pPr>
              <a:defRPr sz="1125">
                <a:solidFill>
                  <a:schemeClr val="tx1"/>
                </a:solidFill>
              </a:defRPr>
            </a:lvl1pPr>
            <a:lvl2pPr marL="114294" indent="-114294">
              <a:lnSpc>
                <a:spcPct val="110000"/>
              </a:lnSpc>
              <a:spcBef>
                <a:spcPts val="750"/>
              </a:spcBef>
              <a:defRPr sz="1125">
                <a:solidFill>
                  <a:schemeClr val="tx1"/>
                </a:solidFill>
              </a:defRPr>
            </a:lvl2pPr>
            <a:lvl3pPr marL="228588" indent="-114294">
              <a:lnSpc>
                <a:spcPct val="110000"/>
              </a:lnSpc>
              <a:spcBef>
                <a:spcPts val="0"/>
              </a:spcBef>
              <a:defRPr sz="1125">
                <a:solidFill>
                  <a:schemeClr val="tx1"/>
                </a:solidFill>
              </a:defRPr>
            </a:lvl3pPr>
            <a:lvl4pPr marL="342884" indent="-114294">
              <a:lnSpc>
                <a:spcPct val="110000"/>
              </a:lnSpc>
              <a:spcBef>
                <a:spcPts val="0"/>
              </a:spcBef>
              <a:defRPr sz="1125">
                <a:solidFill>
                  <a:schemeClr val="tx1"/>
                </a:solidFill>
              </a:defRPr>
            </a:lvl4pPr>
            <a:lvl5pPr marL="457178" indent="-114294">
              <a:lnSpc>
                <a:spcPct val="110000"/>
              </a:lnSpc>
              <a:spcBef>
                <a:spcPts val="0"/>
              </a:spcBef>
              <a:defRPr sz="11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7000875" y="1285876"/>
            <a:ext cx="2000250" cy="3286125"/>
          </a:xfrm>
        </p:spPr>
        <p:txBody>
          <a:bodyPr tIns="0">
            <a:noAutofit/>
          </a:bodyPr>
          <a:lstStyle>
            <a:lvl1pPr>
              <a:defRPr sz="1125">
                <a:solidFill>
                  <a:schemeClr val="tx1"/>
                </a:solidFill>
              </a:defRPr>
            </a:lvl1pPr>
            <a:lvl2pPr marL="114294" indent="-114294">
              <a:lnSpc>
                <a:spcPct val="110000"/>
              </a:lnSpc>
              <a:spcBef>
                <a:spcPts val="1125"/>
              </a:spcBef>
              <a:defRPr sz="1125">
                <a:solidFill>
                  <a:schemeClr val="tx1"/>
                </a:solidFill>
              </a:defRPr>
            </a:lvl2pPr>
            <a:lvl3pPr marL="228588" indent="-114294">
              <a:lnSpc>
                <a:spcPct val="110000"/>
              </a:lnSpc>
              <a:spcBef>
                <a:spcPts val="0"/>
              </a:spcBef>
              <a:defRPr sz="1125">
                <a:solidFill>
                  <a:schemeClr val="tx1"/>
                </a:solidFill>
              </a:defRPr>
            </a:lvl3pPr>
            <a:lvl4pPr marL="342884" indent="-114294">
              <a:lnSpc>
                <a:spcPct val="110000"/>
              </a:lnSpc>
              <a:spcBef>
                <a:spcPts val="0"/>
              </a:spcBef>
              <a:defRPr sz="1125">
                <a:solidFill>
                  <a:schemeClr val="tx1"/>
                </a:solidFill>
              </a:defRPr>
            </a:lvl4pPr>
            <a:lvl5pPr marL="457178" indent="-114294">
              <a:lnSpc>
                <a:spcPct val="110000"/>
              </a:lnSpc>
              <a:spcBef>
                <a:spcPts val="0"/>
              </a:spcBef>
              <a:defRPr sz="11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85753" y="4572002"/>
            <a:ext cx="1885951" cy="302895"/>
          </a:xfrm>
        </p:spPr>
        <p:txBody>
          <a:bodyPr tIns="0" anchor="b"/>
          <a:lstStyle>
            <a:lvl1pPr>
              <a:defRPr sz="500" b="0">
                <a:solidFill>
                  <a:schemeClr val="tx1">
                    <a:alpha val="60000"/>
                  </a:schemeClr>
                </a:solidFill>
              </a:defRPr>
            </a:lvl1pPr>
            <a:lvl2pPr>
              <a:defRPr sz="563"/>
            </a:lvl2pPr>
            <a:lvl3pPr>
              <a:defRPr sz="563"/>
            </a:lvl3pPr>
            <a:lvl4pPr>
              <a:defRPr sz="563"/>
            </a:lvl4pPr>
            <a:lvl5pPr>
              <a:defRPr sz="563"/>
            </a:lvl5pPr>
          </a:lstStyle>
          <a:p>
            <a:pPr lvl="0"/>
            <a:r>
              <a:rPr lang="en-US" dirty="0"/>
              <a:t>Source: Edit source here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B4F41A-9E16-BA49-8952-222430D5D1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921" y="4914902"/>
            <a:ext cx="353824" cy="142875"/>
          </a:xfrm>
          <a:prstGeom prst="rect">
            <a:avLst/>
          </a:prstGeom>
        </p:spPr>
      </p:pic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8E03DF42-7E41-A54A-84B0-C95813E2CC0F}"/>
              </a:ext>
            </a:extLst>
          </p:cNvPr>
          <p:cNvSpPr txBox="1">
            <a:spLocks/>
          </p:cNvSpPr>
          <p:nvPr userDrawn="1"/>
        </p:nvSpPr>
        <p:spPr>
          <a:xfrm>
            <a:off x="2428875" y="4967223"/>
            <a:ext cx="1427760" cy="13690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00" b="0" i="0" dirty="0">
                <a:solidFill>
                  <a:schemeClr val="tx1"/>
                </a:solidFill>
                <a:latin typeface="+mn-lt"/>
                <a:ea typeface="IBM Plex Sans" charset="0"/>
                <a:cs typeface="IBM Plex Sans" charset="0"/>
              </a:rPr>
              <a:t>© 2022 IBM Corporation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275967255"/>
      </p:ext>
    </p:extLst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77" y="213718"/>
            <a:ext cx="1855943" cy="572096"/>
          </a:xfrm>
        </p:spPr>
        <p:txBody>
          <a:bodyPr/>
          <a:lstStyle>
            <a:lvl1pPr>
              <a:lnSpc>
                <a:spcPct val="110000"/>
              </a:lnSpc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A3BD0-C0A1-6ADF-602A-13E61E277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5934" y="4837778"/>
            <a:ext cx="102592" cy="923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9987" y="1285876"/>
            <a:ext cx="1856538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77" indent="-68577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53" indent="-68577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30" indent="-68577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5691" y="1285876"/>
            <a:ext cx="1857133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77" indent="-68577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53" indent="-68577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30" indent="-68577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1392" y="1285876"/>
            <a:ext cx="1859514" cy="3214688"/>
          </a:xfrm>
        </p:spPr>
        <p:txBody>
          <a:bodyPr/>
          <a:lstStyle>
            <a:lvl1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68577" indent="-68577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37153" indent="-68577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05730" indent="-68577"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75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9987" y="213720"/>
            <a:ext cx="1858324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08" indent="-96008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15" indent="-96008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22" indent="-96008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5691" y="213720"/>
            <a:ext cx="1857133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08" indent="-96008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15" indent="-96008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22" indent="-96008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392" y="213720"/>
            <a:ext cx="1859514" cy="5720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  <a:lvl2pPr marL="96008" indent="-96008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2pPr>
            <a:lvl3pPr marL="192015" indent="-96008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3pPr>
            <a:lvl4pPr marL="288022" indent="-96008"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E0B47-A14A-7711-58D6-E30775CBE07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389503"/>
      </p:ext>
    </p:extLst>
  </p:cSld>
  <p:clrMapOvr>
    <a:masterClrMapping/>
  </p:clrMapOvr>
  <p:transition spd="med"/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357300F-0ED4-4B22-8234-7CDA29E42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792" y="56725"/>
            <a:ext cx="8745035" cy="4961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0690994"/>
      </p:ext>
    </p:extLst>
  </p:cSld>
  <p:clrMapOvr>
    <a:masterClrMapping/>
  </p:clrMapOvr>
  <p:transition spd="med"/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28600" y="4828032"/>
            <a:ext cx="6400800" cy="13716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228601" y="203782"/>
            <a:ext cx="4114801" cy="4479344"/>
          </a:xfrm>
        </p:spPr>
        <p:txBody>
          <a:bodyPr/>
          <a:lstStyle>
            <a:lvl1pPr>
              <a:lnSpc>
                <a:spcPct val="90000"/>
              </a:lnSpc>
              <a:defRPr sz="24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65" t="24616" r="33365" b="22735"/>
          <a:stretch/>
        </p:blipFill>
        <p:spPr>
          <a:xfrm>
            <a:off x="8247187" y="4270238"/>
            <a:ext cx="826477" cy="73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471926"/>
      </p:ext>
    </p:extLst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340129-0ED3-4816-97CE-A7E26F5A4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1E999A-7F9E-484F-8EE1-1C823FABC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Think 2019 / 4500 / February 13, 2019 / © 2019 IBM Corporation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9507D-3D46-475D-8970-FCA1EC420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DEE629-6912-4094-B952-E3C9A9F00F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8399979"/>
      </p:ext>
    </p:extLst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404994"/>
      </p:ext>
    </p:extLst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85306"/>
      </p:ext>
    </p:extLst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4" y="201168"/>
            <a:ext cx="5562535" cy="42946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2495612"/>
      </p:ext>
    </p:extLst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53674"/>
      </p:ext>
    </p:extLst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8" y="1243584"/>
            <a:ext cx="4123876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0312357"/>
      </p:ext>
    </p:extLst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0958488"/>
      </p:ext>
    </p:extLst>
  </p:cSld>
  <p:clrMapOvr>
    <a:masterClrMapping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2193249"/>
      </p:ext>
    </p:extLst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669319"/>
      </p:ext>
    </p:extLst>
  </p:cSld>
  <p:clrMapOvr>
    <a:masterClrMapping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855410"/>
      </p:ext>
    </p:extLst>
  </p:cSld>
  <p:clrMapOvr>
    <a:masterClrMapping/>
  </p:clrMapOvr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4" y="201168"/>
            <a:ext cx="4142164" cy="4294632"/>
          </a:xfrm>
        </p:spPr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ol gray 10 rectangle">
            <a:extLst>
              <a:ext uri="{FF2B5EF4-FFF2-40B4-BE49-F238E27FC236}">
                <a16:creationId xmlns:a16="http://schemas.microsoft.com/office/drawing/2014/main" id="{838ABCAC-D266-7244-9068-DAD3FE4E7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3F3F3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rgbClr val="FFFFFF"/>
              </a:solidFill>
              <a:latin typeface="IBM Plex Sans" panose="020B0503050203000203" pitchFamily="34" charset="0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067528"/>
      </p:ext>
    </p:extLst>
  </p:cSld>
  <p:clrMapOvr>
    <a:masterClrMapping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002350"/>
      </p:ext>
    </p:extLst>
  </p:cSld>
  <p:clrMapOvr>
    <a:masterClrMapping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2097987"/>
      </p:ext>
    </p:extLst>
  </p:cSld>
  <p:clrMapOvr>
    <a:masterClrMapping/>
  </p:clrMapOvr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xfrm>
            <a:off x="228666" y="4787901"/>
            <a:ext cx="4114735" cy="166687"/>
          </a:xfrm>
        </p:spPr>
        <p:txBody>
          <a:bodyPr/>
          <a:lstStyle/>
          <a:p>
            <a:r>
              <a:rPr lang="en-GB"/>
              <a:t>IBM AI Governance</a:t>
            </a:r>
            <a:endParaRPr lang="en-GB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8705022" cy="804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553920"/>
      </p:ext>
    </p:extLst>
  </p:cSld>
  <p:clrMapOvr>
    <a:masterClrMapping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4"/>
            <a:ext cx="4572000" cy="2573337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467128"/>
      </p:ext>
    </p:extLst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solidFill>
            <a:srgbClr val="0530AD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4"/>
            <a:ext cx="4572000" cy="2573337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4"/>
            <a:ext cx="4572000" cy="2573337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8616643"/>
      </p:ext>
    </p:extLst>
  </p:cSld>
  <p:clrMapOvr>
    <a:masterClrMapping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4"/>
            <a:ext cx="2286000" cy="2573337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4"/>
            <a:ext cx="2286000" cy="2573337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solidFill>
            <a:srgbClr val="6EA6F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240113"/>
      </p:ext>
    </p:extLst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1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AI Governance</a:t>
            </a:r>
            <a:endParaRPr lang="en-GB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34480"/>
      </p:ext>
    </p:extLst>
  </p:cSld>
  <p:clrMapOvr>
    <a:masterClrMapping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2" y="2571750"/>
            <a:ext cx="2286003" cy="2571750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0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0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0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" hidden="1">
            <a:extLst>
              <a:ext uri="{FF2B5EF4-FFF2-40B4-BE49-F238E27FC236}">
                <a16:creationId xmlns:a16="http://schemas.microsoft.com/office/drawing/2014/main" id="{0C4F1C52-4E00-9B42-8B21-690C46B2CC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8667" y="201614"/>
            <a:ext cx="4143375" cy="42941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441142"/>
      </p:ext>
    </p:extLst>
  </p:cSld>
  <p:clrMapOvr>
    <a:masterClrMapping/>
  </p:clrMapOvr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solidFill>
            <a:srgbClr val="054ADA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solidFill>
            <a:schemeClr val="accent2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solidFill>
            <a:srgbClr val="6EA6FF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IBM AI Governance</a:t>
            </a:r>
          </a:p>
        </p:txBody>
      </p:sp>
      <p:sp>
        <p:nvSpPr>
          <p:cNvPr id="4" name="Slide Number Placeholde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4561193"/>
      </p:ext>
    </p:extLst>
  </p:cSld>
  <p:clrMapOvr>
    <a:masterClrMapping/>
  </p:clrMapOvr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562368"/>
      </p:ext>
    </p:extLst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740369"/>
      </p:ext>
    </p:extLst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43584"/>
            <a:ext cx="1837944" cy="3252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6292715"/>
      </p:ext>
    </p:extLst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452367"/>
      </p:ext>
    </p:extLst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168152"/>
      </p:ext>
    </p:extLst>
  </p:cSld>
  <p:clrMapOvr>
    <a:masterClrMapping/>
  </p:clrMapOvr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534540"/>
      </p:ext>
    </p:extLst>
  </p:cSld>
  <p:clrMapOvr>
    <a:masterClrMapping/>
  </p:clrMapOvr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bm sign-off">
    <p:bg>
      <p:bgPr>
        <a:gradFill>
          <a:gsLst>
            <a:gs pos="99000">
              <a:schemeClr val="accent4">
                <a:lumMod val="60000"/>
                <a:lumOff val="40000"/>
              </a:schemeClr>
            </a:gs>
            <a:gs pos="4000">
              <a:srgbClr val="0062F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8D7A79D0-52B0-BA48-9607-7C39EEF7B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555" y="1930400"/>
            <a:ext cx="1062892" cy="99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953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bm sign-of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IBM AI Governance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F9B627-0F89-514D-85B9-78E485ABC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553" y="2306243"/>
            <a:ext cx="1285622" cy="53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818168"/>
      </p:ext>
    </p:extLst>
  </p:cSld>
  <p:clrMapOvr>
    <a:masterClrMapping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20000"/>
                  </a:schemeClr>
                </a:solidFill>
              </a:defRPr>
            </a:lvl1pPr>
          </a:lstStyle>
          <a:p>
            <a:r>
              <a:rPr lang="en-US"/>
              <a:t>IBM AI Governance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" y="-1"/>
            <a:ext cx="9143999" cy="1290639"/>
          </a:xfrm>
          <a:solidFill>
            <a:schemeClr val="tx1"/>
          </a:solidFill>
        </p:spPr>
        <p:txBody>
          <a:bodyPr lIns="228600" tIns="201168" rIns="228600" bIns="22860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912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4.xml"/><Relationship Id="rId26" Type="http://schemas.openxmlformats.org/officeDocument/2006/relationships/slideLayout" Target="../slideLayouts/slideLayout72.xml"/><Relationship Id="rId39" Type="http://schemas.openxmlformats.org/officeDocument/2006/relationships/slideLayout" Target="../slideLayouts/slideLayout85.xml"/><Relationship Id="rId21" Type="http://schemas.openxmlformats.org/officeDocument/2006/relationships/slideLayout" Target="../slideLayouts/slideLayout67.xml"/><Relationship Id="rId34" Type="http://schemas.openxmlformats.org/officeDocument/2006/relationships/slideLayout" Target="../slideLayouts/slideLayout80.xml"/><Relationship Id="rId42" Type="http://schemas.openxmlformats.org/officeDocument/2006/relationships/slideLayout" Target="../slideLayouts/slideLayout88.xml"/><Relationship Id="rId47" Type="http://schemas.openxmlformats.org/officeDocument/2006/relationships/theme" Target="../theme/theme2.xml"/><Relationship Id="rId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62.xml"/><Relationship Id="rId29" Type="http://schemas.openxmlformats.org/officeDocument/2006/relationships/slideLayout" Target="../slideLayouts/slideLayout75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24" Type="http://schemas.openxmlformats.org/officeDocument/2006/relationships/slideLayout" Target="../slideLayouts/slideLayout70.xml"/><Relationship Id="rId32" Type="http://schemas.openxmlformats.org/officeDocument/2006/relationships/slideLayout" Target="../slideLayouts/slideLayout78.xml"/><Relationship Id="rId37" Type="http://schemas.openxmlformats.org/officeDocument/2006/relationships/slideLayout" Target="../slideLayouts/slideLayout83.xml"/><Relationship Id="rId40" Type="http://schemas.openxmlformats.org/officeDocument/2006/relationships/slideLayout" Target="../slideLayouts/slideLayout86.xml"/><Relationship Id="rId45" Type="http://schemas.openxmlformats.org/officeDocument/2006/relationships/slideLayout" Target="../slideLayouts/slideLayout91.xml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4.xml"/><Relationship Id="rId36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65.xml"/><Relationship Id="rId31" Type="http://schemas.openxmlformats.org/officeDocument/2006/relationships/slideLayout" Target="../slideLayouts/slideLayout77.xml"/><Relationship Id="rId44" Type="http://schemas.openxmlformats.org/officeDocument/2006/relationships/slideLayout" Target="../slideLayouts/slideLayout90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Relationship Id="rId22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81.xml"/><Relationship Id="rId43" Type="http://schemas.openxmlformats.org/officeDocument/2006/relationships/slideLayout" Target="../slideLayouts/slideLayout89.xml"/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71.xml"/><Relationship Id="rId33" Type="http://schemas.openxmlformats.org/officeDocument/2006/relationships/slideLayout" Target="../slideLayouts/slideLayout79.xml"/><Relationship Id="rId38" Type="http://schemas.openxmlformats.org/officeDocument/2006/relationships/slideLayout" Target="../slideLayouts/slideLayout84.xml"/><Relationship Id="rId46" Type="http://schemas.openxmlformats.org/officeDocument/2006/relationships/slideLayout" Target="../slideLayouts/slideLayout92.xml"/><Relationship Id="rId20" Type="http://schemas.openxmlformats.org/officeDocument/2006/relationships/slideLayout" Target="../slideLayouts/slideLayout66.xml"/><Relationship Id="rId41" Type="http://schemas.openxmlformats.org/officeDocument/2006/relationships/slideLayout" Target="../slideLayouts/slideLayout87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10.xml"/><Relationship Id="rId26" Type="http://schemas.openxmlformats.org/officeDocument/2006/relationships/slideLayout" Target="../slideLayouts/slideLayout118.xml"/><Relationship Id="rId39" Type="http://schemas.openxmlformats.org/officeDocument/2006/relationships/slideLayout" Target="../slideLayouts/slideLayout131.xml"/><Relationship Id="rId21" Type="http://schemas.openxmlformats.org/officeDocument/2006/relationships/slideLayout" Target="../slideLayouts/slideLayout113.xml"/><Relationship Id="rId34" Type="http://schemas.openxmlformats.org/officeDocument/2006/relationships/slideLayout" Target="../slideLayouts/slideLayout126.xml"/><Relationship Id="rId42" Type="http://schemas.openxmlformats.org/officeDocument/2006/relationships/slideLayout" Target="../slideLayouts/slideLayout134.xml"/><Relationship Id="rId47" Type="http://schemas.openxmlformats.org/officeDocument/2006/relationships/slideLayout" Target="../slideLayouts/slideLayout139.xml"/><Relationship Id="rId50" Type="http://schemas.openxmlformats.org/officeDocument/2006/relationships/slideLayout" Target="../slideLayouts/slideLayout142.xml"/><Relationship Id="rId7" Type="http://schemas.openxmlformats.org/officeDocument/2006/relationships/slideLayout" Target="../slideLayouts/slideLayout99.xml"/><Relationship Id="rId2" Type="http://schemas.openxmlformats.org/officeDocument/2006/relationships/slideLayout" Target="../slideLayouts/slideLayout94.xml"/><Relationship Id="rId16" Type="http://schemas.openxmlformats.org/officeDocument/2006/relationships/slideLayout" Target="../slideLayouts/slideLayout108.xml"/><Relationship Id="rId29" Type="http://schemas.openxmlformats.org/officeDocument/2006/relationships/slideLayout" Target="../slideLayouts/slideLayout121.xml"/><Relationship Id="rId11" Type="http://schemas.openxmlformats.org/officeDocument/2006/relationships/slideLayout" Target="../slideLayouts/slideLayout103.xml"/><Relationship Id="rId24" Type="http://schemas.openxmlformats.org/officeDocument/2006/relationships/slideLayout" Target="../slideLayouts/slideLayout116.xml"/><Relationship Id="rId32" Type="http://schemas.openxmlformats.org/officeDocument/2006/relationships/slideLayout" Target="../slideLayouts/slideLayout124.xml"/><Relationship Id="rId37" Type="http://schemas.openxmlformats.org/officeDocument/2006/relationships/slideLayout" Target="../slideLayouts/slideLayout129.xml"/><Relationship Id="rId40" Type="http://schemas.openxmlformats.org/officeDocument/2006/relationships/slideLayout" Target="../slideLayouts/slideLayout132.xml"/><Relationship Id="rId45" Type="http://schemas.openxmlformats.org/officeDocument/2006/relationships/slideLayout" Target="../slideLayouts/slideLayout137.xml"/><Relationship Id="rId53" Type="http://schemas.openxmlformats.org/officeDocument/2006/relationships/theme" Target="../theme/theme3.xml"/><Relationship Id="rId5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102.xml"/><Relationship Id="rId19" Type="http://schemas.openxmlformats.org/officeDocument/2006/relationships/slideLayout" Target="../slideLayouts/slideLayout111.xml"/><Relationship Id="rId31" Type="http://schemas.openxmlformats.org/officeDocument/2006/relationships/slideLayout" Target="../slideLayouts/slideLayout123.xml"/><Relationship Id="rId44" Type="http://schemas.openxmlformats.org/officeDocument/2006/relationships/slideLayout" Target="../slideLayouts/slideLayout136.xml"/><Relationship Id="rId52" Type="http://schemas.openxmlformats.org/officeDocument/2006/relationships/slideLayout" Target="../slideLayouts/slideLayout144.xml"/><Relationship Id="rId4" Type="http://schemas.openxmlformats.org/officeDocument/2006/relationships/slideLayout" Target="../slideLayouts/slideLayout96.xml"/><Relationship Id="rId9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6.xml"/><Relationship Id="rId22" Type="http://schemas.openxmlformats.org/officeDocument/2006/relationships/slideLayout" Target="../slideLayouts/slideLayout114.xml"/><Relationship Id="rId27" Type="http://schemas.openxmlformats.org/officeDocument/2006/relationships/slideLayout" Target="../slideLayouts/slideLayout119.xml"/><Relationship Id="rId30" Type="http://schemas.openxmlformats.org/officeDocument/2006/relationships/slideLayout" Target="../slideLayouts/slideLayout122.xml"/><Relationship Id="rId35" Type="http://schemas.openxmlformats.org/officeDocument/2006/relationships/slideLayout" Target="../slideLayouts/slideLayout127.xml"/><Relationship Id="rId43" Type="http://schemas.openxmlformats.org/officeDocument/2006/relationships/slideLayout" Target="../slideLayouts/slideLayout135.xml"/><Relationship Id="rId48" Type="http://schemas.openxmlformats.org/officeDocument/2006/relationships/slideLayout" Target="../slideLayouts/slideLayout140.xml"/><Relationship Id="rId8" Type="http://schemas.openxmlformats.org/officeDocument/2006/relationships/slideLayout" Target="../slideLayouts/slideLayout100.xml"/><Relationship Id="rId51" Type="http://schemas.openxmlformats.org/officeDocument/2006/relationships/slideLayout" Target="../slideLayouts/slideLayout143.xml"/><Relationship Id="rId3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9.xml"/><Relationship Id="rId25" Type="http://schemas.openxmlformats.org/officeDocument/2006/relationships/slideLayout" Target="../slideLayouts/slideLayout117.xml"/><Relationship Id="rId33" Type="http://schemas.openxmlformats.org/officeDocument/2006/relationships/slideLayout" Target="../slideLayouts/slideLayout125.xml"/><Relationship Id="rId38" Type="http://schemas.openxmlformats.org/officeDocument/2006/relationships/slideLayout" Target="../slideLayouts/slideLayout130.xml"/><Relationship Id="rId46" Type="http://schemas.openxmlformats.org/officeDocument/2006/relationships/slideLayout" Target="../slideLayouts/slideLayout138.xml"/><Relationship Id="rId20" Type="http://schemas.openxmlformats.org/officeDocument/2006/relationships/slideLayout" Target="../slideLayouts/slideLayout112.xml"/><Relationship Id="rId41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107.xml"/><Relationship Id="rId23" Type="http://schemas.openxmlformats.org/officeDocument/2006/relationships/slideLayout" Target="../slideLayouts/slideLayout115.xml"/><Relationship Id="rId28" Type="http://schemas.openxmlformats.org/officeDocument/2006/relationships/slideLayout" Target="../slideLayouts/slideLayout120.xml"/><Relationship Id="rId36" Type="http://schemas.openxmlformats.org/officeDocument/2006/relationships/slideLayout" Target="../slideLayouts/slideLayout128.xml"/><Relationship Id="rId49" Type="http://schemas.openxmlformats.org/officeDocument/2006/relationships/slideLayout" Target="../slideLayouts/slideLayout141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57.xml"/><Relationship Id="rId18" Type="http://schemas.openxmlformats.org/officeDocument/2006/relationships/slideLayout" Target="../slideLayouts/slideLayout162.xml"/><Relationship Id="rId26" Type="http://schemas.openxmlformats.org/officeDocument/2006/relationships/slideLayout" Target="../slideLayouts/slideLayout170.xml"/><Relationship Id="rId39" Type="http://schemas.openxmlformats.org/officeDocument/2006/relationships/slideLayout" Target="../slideLayouts/slideLayout183.xml"/><Relationship Id="rId21" Type="http://schemas.openxmlformats.org/officeDocument/2006/relationships/slideLayout" Target="../slideLayouts/slideLayout165.xml"/><Relationship Id="rId34" Type="http://schemas.openxmlformats.org/officeDocument/2006/relationships/slideLayout" Target="../slideLayouts/slideLayout178.xml"/><Relationship Id="rId42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51.xml"/><Relationship Id="rId2" Type="http://schemas.openxmlformats.org/officeDocument/2006/relationships/slideLayout" Target="../slideLayouts/slideLayout146.xml"/><Relationship Id="rId16" Type="http://schemas.openxmlformats.org/officeDocument/2006/relationships/slideLayout" Target="../slideLayouts/slideLayout160.xml"/><Relationship Id="rId20" Type="http://schemas.openxmlformats.org/officeDocument/2006/relationships/slideLayout" Target="../slideLayouts/slideLayout164.xml"/><Relationship Id="rId29" Type="http://schemas.openxmlformats.org/officeDocument/2006/relationships/slideLayout" Target="../slideLayouts/slideLayout173.xml"/><Relationship Id="rId41" Type="http://schemas.openxmlformats.org/officeDocument/2006/relationships/slideLayout" Target="../slideLayouts/slideLayout185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24" Type="http://schemas.openxmlformats.org/officeDocument/2006/relationships/slideLayout" Target="../slideLayouts/slideLayout168.xml"/><Relationship Id="rId32" Type="http://schemas.openxmlformats.org/officeDocument/2006/relationships/slideLayout" Target="../slideLayouts/slideLayout176.xml"/><Relationship Id="rId37" Type="http://schemas.openxmlformats.org/officeDocument/2006/relationships/slideLayout" Target="../slideLayouts/slideLayout181.xml"/><Relationship Id="rId40" Type="http://schemas.openxmlformats.org/officeDocument/2006/relationships/slideLayout" Target="../slideLayouts/slideLayout184.xml"/><Relationship Id="rId5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9.xml"/><Relationship Id="rId23" Type="http://schemas.openxmlformats.org/officeDocument/2006/relationships/slideLayout" Target="../slideLayouts/slideLayout167.xml"/><Relationship Id="rId28" Type="http://schemas.openxmlformats.org/officeDocument/2006/relationships/slideLayout" Target="../slideLayouts/slideLayout172.xml"/><Relationship Id="rId36" Type="http://schemas.openxmlformats.org/officeDocument/2006/relationships/slideLayout" Target="../slideLayouts/slideLayout180.xml"/><Relationship Id="rId10" Type="http://schemas.openxmlformats.org/officeDocument/2006/relationships/slideLayout" Target="../slideLayouts/slideLayout154.xml"/><Relationship Id="rId19" Type="http://schemas.openxmlformats.org/officeDocument/2006/relationships/slideLayout" Target="../slideLayouts/slideLayout163.xml"/><Relationship Id="rId31" Type="http://schemas.openxmlformats.org/officeDocument/2006/relationships/slideLayout" Target="../slideLayouts/slideLayout175.xml"/><Relationship Id="rId44" Type="http://schemas.openxmlformats.org/officeDocument/2006/relationships/theme" Target="../theme/theme4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8.xml"/><Relationship Id="rId22" Type="http://schemas.openxmlformats.org/officeDocument/2006/relationships/slideLayout" Target="../slideLayouts/slideLayout166.xml"/><Relationship Id="rId27" Type="http://schemas.openxmlformats.org/officeDocument/2006/relationships/slideLayout" Target="../slideLayouts/slideLayout171.xml"/><Relationship Id="rId30" Type="http://schemas.openxmlformats.org/officeDocument/2006/relationships/slideLayout" Target="../slideLayouts/slideLayout174.xml"/><Relationship Id="rId35" Type="http://schemas.openxmlformats.org/officeDocument/2006/relationships/slideLayout" Target="../slideLayouts/slideLayout179.xml"/><Relationship Id="rId43" Type="http://schemas.openxmlformats.org/officeDocument/2006/relationships/slideLayout" Target="../slideLayouts/slideLayout187.xml"/><Relationship Id="rId8" Type="http://schemas.openxmlformats.org/officeDocument/2006/relationships/slideLayout" Target="../slideLayouts/slideLayout152.xml"/><Relationship Id="rId3" Type="http://schemas.openxmlformats.org/officeDocument/2006/relationships/slideLayout" Target="../slideLayouts/slideLayout147.xml"/><Relationship Id="rId12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61.xml"/><Relationship Id="rId25" Type="http://schemas.openxmlformats.org/officeDocument/2006/relationships/slideLayout" Target="../slideLayouts/slideLayout169.xml"/><Relationship Id="rId33" Type="http://schemas.openxmlformats.org/officeDocument/2006/relationships/slideLayout" Target="../slideLayouts/slideLayout177.xml"/><Relationship Id="rId38" Type="http://schemas.openxmlformats.org/officeDocument/2006/relationships/slideLayout" Target="../slideLayouts/slideLayout182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00.xml"/><Relationship Id="rId18" Type="http://schemas.openxmlformats.org/officeDocument/2006/relationships/slideLayout" Target="../slideLayouts/slideLayout205.xml"/><Relationship Id="rId26" Type="http://schemas.openxmlformats.org/officeDocument/2006/relationships/slideLayout" Target="../slideLayouts/slideLayout213.xml"/><Relationship Id="rId39" Type="http://schemas.openxmlformats.org/officeDocument/2006/relationships/slideLayout" Target="../slideLayouts/slideLayout226.xml"/><Relationship Id="rId21" Type="http://schemas.openxmlformats.org/officeDocument/2006/relationships/slideLayout" Target="../slideLayouts/slideLayout208.xml"/><Relationship Id="rId34" Type="http://schemas.openxmlformats.org/officeDocument/2006/relationships/slideLayout" Target="../slideLayouts/slideLayout221.xml"/><Relationship Id="rId42" Type="http://schemas.openxmlformats.org/officeDocument/2006/relationships/slideLayout" Target="../slideLayouts/slideLayout229.xml"/><Relationship Id="rId47" Type="http://schemas.openxmlformats.org/officeDocument/2006/relationships/theme" Target="../theme/theme5.xml"/><Relationship Id="rId7" Type="http://schemas.openxmlformats.org/officeDocument/2006/relationships/slideLayout" Target="../slideLayouts/slideLayout194.xml"/><Relationship Id="rId2" Type="http://schemas.openxmlformats.org/officeDocument/2006/relationships/slideLayout" Target="../slideLayouts/slideLayout189.xml"/><Relationship Id="rId16" Type="http://schemas.openxmlformats.org/officeDocument/2006/relationships/slideLayout" Target="../slideLayouts/slideLayout203.xml"/><Relationship Id="rId29" Type="http://schemas.openxmlformats.org/officeDocument/2006/relationships/slideLayout" Target="../slideLayouts/slideLayout216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24" Type="http://schemas.openxmlformats.org/officeDocument/2006/relationships/slideLayout" Target="../slideLayouts/slideLayout211.xml"/><Relationship Id="rId32" Type="http://schemas.openxmlformats.org/officeDocument/2006/relationships/slideLayout" Target="../slideLayouts/slideLayout219.xml"/><Relationship Id="rId37" Type="http://schemas.openxmlformats.org/officeDocument/2006/relationships/slideLayout" Target="../slideLayouts/slideLayout224.xml"/><Relationship Id="rId40" Type="http://schemas.openxmlformats.org/officeDocument/2006/relationships/slideLayout" Target="../slideLayouts/slideLayout227.xml"/><Relationship Id="rId45" Type="http://schemas.openxmlformats.org/officeDocument/2006/relationships/slideLayout" Target="../slideLayouts/slideLayout232.xml"/><Relationship Id="rId5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202.xml"/><Relationship Id="rId23" Type="http://schemas.openxmlformats.org/officeDocument/2006/relationships/slideLayout" Target="../slideLayouts/slideLayout210.xml"/><Relationship Id="rId28" Type="http://schemas.openxmlformats.org/officeDocument/2006/relationships/slideLayout" Target="../slideLayouts/slideLayout215.xml"/><Relationship Id="rId36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197.xml"/><Relationship Id="rId19" Type="http://schemas.openxmlformats.org/officeDocument/2006/relationships/slideLayout" Target="../slideLayouts/slideLayout206.xml"/><Relationship Id="rId31" Type="http://schemas.openxmlformats.org/officeDocument/2006/relationships/slideLayout" Target="../slideLayouts/slideLayout218.xml"/><Relationship Id="rId44" Type="http://schemas.openxmlformats.org/officeDocument/2006/relationships/slideLayout" Target="../slideLayouts/slideLayout231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slideLayout" Target="../slideLayouts/slideLayout201.xml"/><Relationship Id="rId22" Type="http://schemas.openxmlformats.org/officeDocument/2006/relationships/slideLayout" Target="../slideLayouts/slideLayout209.xml"/><Relationship Id="rId27" Type="http://schemas.openxmlformats.org/officeDocument/2006/relationships/slideLayout" Target="../slideLayouts/slideLayout214.xml"/><Relationship Id="rId30" Type="http://schemas.openxmlformats.org/officeDocument/2006/relationships/slideLayout" Target="../slideLayouts/slideLayout217.xml"/><Relationship Id="rId35" Type="http://schemas.openxmlformats.org/officeDocument/2006/relationships/slideLayout" Target="../slideLayouts/slideLayout222.xml"/><Relationship Id="rId43" Type="http://schemas.openxmlformats.org/officeDocument/2006/relationships/slideLayout" Target="../slideLayouts/slideLayout230.xml"/><Relationship Id="rId8" Type="http://schemas.openxmlformats.org/officeDocument/2006/relationships/slideLayout" Target="../slideLayouts/slideLayout195.xml"/><Relationship Id="rId3" Type="http://schemas.openxmlformats.org/officeDocument/2006/relationships/slideLayout" Target="../slideLayouts/slideLayout190.xml"/><Relationship Id="rId12" Type="http://schemas.openxmlformats.org/officeDocument/2006/relationships/slideLayout" Target="../slideLayouts/slideLayout199.xml"/><Relationship Id="rId17" Type="http://schemas.openxmlformats.org/officeDocument/2006/relationships/slideLayout" Target="../slideLayouts/slideLayout204.xml"/><Relationship Id="rId25" Type="http://schemas.openxmlformats.org/officeDocument/2006/relationships/slideLayout" Target="../slideLayouts/slideLayout212.xml"/><Relationship Id="rId33" Type="http://schemas.openxmlformats.org/officeDocument/2006/relationships/slideLayout" Target="../slideLayouts/slideLayout220.xml"/><Relationship Id="rId38" Type="http://schemas.openxmlformats.org/officeDocument/2006/relationships/slideLayout" Target="../slideLayouts/slideLayout225.xml"/><Relationship Id="rId46" Type="http://schemas.openxmlformats.org/officeDocument/2006/relationships/slideLayout" Target="../slideLayouts/slideLayout233.xml"/><Relationship Id="rId20" Type="http://schemas.openxmlformats.org/officeDocument/2006/relationships/slideLayout" Target="../slideLayouts/slideLayout207.xml"/><Relationship Id="rId41" Type="http://schemas.openxmlformats.org/officeDocument/2006/relationships/slideLayout" Target="../slideLayouts/slideLayout228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6.xml"/><Relationship Id="rId18" Type="http://schemas.openxmlformats.org/officeDocument/2006/relationships/slideLayout" Target="../slideLayouts/slideLayout251.xml"/><Relationship Id="rId26" Type="http://schemas.openxmlformats.org/officeDocument/2006/relationships/slideLayout" Target="../slideLayouts/slideLayout259.xml"/><Relationship Id="rId39" Type="http://schemas.openxmlformats.org/officeDocument/2006/relationships/slideLayout" Target="../slideLayouts/slideLayout272.xml"/><Relationship Id="rId21" Type="http://schemas.openxmlformats.org/officeDocument/2006/relationships/slideLayout" Target="../slideLayouts/slideLayout254.xml"/><Relationship Id="rId34" Type="http://schemas.openxmlformats.org/officeDocument/2006/relationships/slideLayout" Target="../slideLayouts/slideLayout267.xml"/><Relationship Id="rId42" Type="http://schemas.openxmlformats.org/officeDocument/2006/relationships/slideLayout" Target="../slideLayouts/slideLayout275.xml"/><Relationship Id="rId47" Type="http://schemas.openxmlformats.org/officeDocument/2006/relationships/theme" Target="../theme/theme6.xml"/><Relationship Id="rId7" Type="http://schemas.openxmlformats.org/officeDocument/2006/relationships/slideLayout" Target="../slideLayouts/slideLayout240.xml"/><Relationship Id="rId2" Type="http://schemas.openxmlformats.org/officeDocument/2006/relationships/slideLayout" Target="../slideLayouts/slideLayout235.xml"/><Relationship Id="rId16" Type="http://schemas.openxmlformats.org/officeDocument/2006/relationships/slideLayout" Target="../slideLayouts/slideLayout249.xml"/><Relationship Id="rId29" Type="http://schemas.openxmlformats.org/officeDocument/2006/relationships/slideLayout" Target="../slideLayouts/slideLayout262.xml"/><Relationship Id="rId1" Type="http://schemas.openxmlformats.org/officeDocument/2006/relationships/slideLayout" Target="../slideLayouts/slideLayout234.xml"/><Relationship Id="rId6" Type="http://schemas.openxmlformats.org/officeDocument/2006/relationships/slideLayout" Target="../slideLayouts/slideLayout239.xml"/><Relationship Id="rId11" Type="http://schemas.openxmlformats.org/officeDocument/2006/relationships/slideLayout" Target="../slideLayouts/slideLayout244.xml"/><Relationship Id="rId24" Type="http://schemas.openxmlformats.org/officeDocument/2006/relationships/slideLayout" Target="../slideLayouts/slideLayout257.xml"/><Relationship Id="rId32" Type="http://schemas.openxmlformats.org/officeDocument/2006/relationships/slideLayout" Target="../slideLayouts/slideLayout265.xml"/><Relationship Id="rId37" Type="http://schemas.openxmlformats.org/officeDocument/2006/relationships/slideLayout" Target="../slideLayouts/slideLayout270.xml"/><Relationship Id="rId40" Type="http://schemas.openxmlformats.org/officeDocument/2006/relationships/slideLayout" Target="../slideLayouts/slideLayout273.xml"/><Relationship Id="rId45" Type="http://schemas.openxmlformats.org/officeDocument/2006/relationships/slideLayout" Target="../slideLayouts/slideLayout278.xml"/><Relationship Id="rId5" Type="http://schemas.openxmlformats.org/officeDocument/2006/relationships/slideLayout" Target="../slideLayouts/slideLayout238.xml"/><Relationship Id="rId15" Type="http://schemas.openxmlformats.org/officeDocument/2006/relationships/slideLayout" Target="../slideLayouts/slideLayout248.xml"/><Relationship Id="rId23" Type="http://schemas.openxmlformats.org/officeDocument/2006/relationships/slideLayout" Target="../slideLayouts/slideLayout256.xml"/><Relationship Id="rId28" Type="http://schemas.openxmlformats.org/officeDocument/2006/relationships/slideLayout" Target="../slideLayouts/slideLayout261.xml"/><Relationship Id="rId36" Type="http://schemas.openxmlformats.org/officeDocument/2006/relationships/slideLayout" Target="../slideLayouts/slideLayout269.xml"/><Relationship Id="rId10" Type="http://schemas.openxmlformats.org/officeDocument/2006/relationships/slideLayout" Target="../slideLayouts/slideLayout243.xml"/><Relationship Id="rId19" Type="http://schemas.openxmlformats.org/officeDocument/2006/relationships/slideLayout" Target="../slideLayouts/slideLayout252.xml"/><Relationship Id="rId31" Type="http://schemas.openxmlformats.org/officeDocument/2006/relationships/slideLayout" Target="../slideLayouts/slideLayout264.xml"/><Relationship Id="rId44" Type="http://schemas.openxmlformats.org/officeDocument/2006/relationships/slideLayout" Target="../slideLayouts/slideLayout277.xml"/><Relationship Id="rId4" Type="http://schemas.openxmlformats.org/officeDocument/2006/relationships/slideLayout" Target="../slideLayouts/slideLayout237.xml"/><Relationship Id="rId9" Type="http://schemas.openxmlformats.org/officeDocument/2006/relationships/slideLayout" Target="../slideLayouts/slideLayout242.xml"/><Relationship Id="rId14" Type="http://schemas.openxmlformats.org/officeDocument/2006/relationships/slideLayout" Target="../slideLayouts/slideLayout247.xml"/><Relationship Id="rId22" Type="http://schemas.openxmlformats.org/officeDocument/2006/relationships/slideLayout" Target="../slideLayouts/slideLayout255.xml"/><Relationship Id="rId27" Type="http://schemas.openxmlformats.org/officeDocument/2006/relationships/slideLayout" Target="../slideLayouts/slideLayout260.xml"/><Relationship Id="rId30" Type="http://schemas.openxmlformats.org/officeDocument/2006/relationships/slideLayout" Target="../slideLayouts/slideLayout263.xml"/><Relationship Id="rId35" Type="http://schemas.openxmlformats.org/officeDocument/2006/relationships/slideLayout" Target="../slideLayouts/slideLayout268.xml"/><Relationship Id="rId43" Type="http://schemas.openxmlformats.org/officeDocument/2006/relationships/slideLayout" Target="../slideLayouts/slideLayout276.xml"/><Relationship Id="rId8" Type="http://schemas.openxmlformats.org/officeDocument/2006/relationships/slideLayout" Target="../slideLayouts/slideLayout241.xml"/><Relationship Id="rId3" Type="http://schemas.openxmlformats.org/officeDocument/2006/relationships/slideLayout" Target="../slideLayouts/slideLayout236.xml"/><Relationship Id="rId12" Type="http://schemas.openxmlformats.org/officeDocument/2006/relationships/slideLayout" Target="../slideLayouts/slideLayout245.xml"/><Relationship Id="rId17" Type="http://schemas.openxmlformats.org/officeDocument/2006/relationships/slideLayout" Target="../slideLayouts/slideLayout250.xml"/><Relationship Id="rId25" Type="http://schemas.openxmlformats.org/officeDocument/2006/relationships/slideLayout" Target="../slideLayouts/slideLayout258.xml"/><Relationship Id="rId33" Type="http://schemas.openxmlformats.org/officeDocument/2006/relationships/slideLayout" Target="../slideLayouts/slideLayout266.xml"/><Relationship Id="rId38" Type="http://schemas.openxmlformats.org/officeDocument/2006/relationships/slideLayout" Target="../slideLayouts/slideLayout271.xml"/><Relationship Id="rId46" Type="http://schemas.openxmlformats.org/officeDocument/2006/relationships/slideLayout" Target="../slideLayouts/slideLayout279.xml"/><Relationship Id="rId20" Type="http://schemas.openxmlformats.org/officeDocument/2006/relationships/slideLayout" Target="../slideLayouts/slideLayout253.xml"/><Relationship Id="rId41" Type="http://schemas.openxmlformats.org/officeDocument/2006/relationships/slideLayout" Target="../slideLayouts/slideLayout274.xml"/></Relationships>
</file>

<file path=ppt/slideMasters/_rels/slideMaster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92.xml"/><Relationship Id="rId18" Type="http://schemas.openxmlformats.org/officeDocument/2006/relationships/slideLayout" Target="../slideLayouts/slideLayout297.xml"/><Relationship Id="rId26" Type="http://schemas.openxmlformats.org/officeDocument/2006/relationships/slideLayout" Target="../slideLayouts/slideLayout305.xml"/><Relationship Id="rId39" Type="http://schemas.openxmlformats.org/officeDocument/2006/relationships/slideLayout" Target="../slideLayouts/slideLayout318.xml"/><Relationship Id="rId21" Type="http://schemas.openxmlformats.org/officeDocument/2006/relationships/slideLayout" Target="../slideLayouts/slideLayout300.xml"/><Relationship Id="rId34" Type="http://schemas.openxmlformats.org/officeDocument/2006/relationships/slideLayout" Target="../slideLayouts/slideLayout313.xml"/><Relationship Id="rId42" Type="http://schemas.openxmlformats.org/officeDocument/2006/relationships/slideLayout" Target="../slideLayouts/slideLayout321.xml"/><Relationship Id="rId47" Type="http://schemas.openxmlformats.org/officeDocument/2006/relationships/theme" Target="../theme/theme7.xml"/><Relationship Id="rId7" Type="http://schemas.openxmlformats.org/officeDocument/2006/relationships/slideLayout" Target="../slideLayouts/slideLayout286.xml"/><Relationship Id="rId2" Type="http://schemas.openxmlformats.org/officeDocument/2006/relationships/slideLayout" Target="../slideLayouts/slideLayout281.xml"/><Relationship Id="rId16" Type="http://schemas.openxmlformats.org/officeDocument/2006/relationships/slideLayout" Target="../slideLayouts/slideLayout295.xml"/><Relationship Id="rId29" Type="http://schemas.openxmlformats.org/officeDocument/2006/relationships/slideLayout" Target="../slideLayouts/slideLayout308.xml"/><Relationship Id="rId1" Type="http://schemas.openxmlformats.org/officeDocument/2006/relationships/slideLayout" Target="../slideLayouts/slideLayout280.xml"/><Relationship Id="rId6" Type="http://schemas.openxmlformats.org/officeDocument/2006/relationships/slideLayout" Target="../slideLayouts/slideLayout285.xml"/><Relationship Id="rId11" Type="http://schemas.openxmlformats.org/officeDocument/2006/relationships/slideLayout" Target="../slideLayouts/slideLayout290.xml"/><Relationship Id="rId24" Type="http://schemas.openxmlformats.org/officeDocument/2006/relationships/slideLayout" Target="../slideLayouts/slideLayout303.xml"/><Relationship Id="rId32" Type="http://schemas.openxmlformats.org/officeDocument/2006/relationships/slideLayout" Target="../slideLayouts/slideLayout311.xml"/><Relationship Id="rId37" Type="http://schemas.openxmlformats.org/officeDocument/2006/relationships/slideLayout" Target="../slideLayouts/slideLayout316.xml"/><Relationship Id="rId40" Type="http://schemas.openxmlformats.org/officeDocument/2006/relationships/slideLayout" Target="../slideLayouts/slideLayout319.xml"/><Relationship Id="rId45" Type="http://schemas.openxmlformats.org/officeDocument/2006/relationships/slideLayout" Target="../slideLayouts/slideLayout324.xml"/><Relationship Id="rId5" Type="http://schemas.openxmlformats.org/officeDocument/2006/relationships/slideLayout" Target="../slideLayouts/slideLayout284.xml"/><Relationship Id="rId15" Type="http://schemas.openxmlformats.org/officeDocument/2006/relationships/slideLayout" Target="../slideLayouts/slideLayout294.xml"/><Relationship Id="rId23" Type="http://schemas.openxmlformats.org/officeDocument/2006/relationships/slideLayout" Target="../slideLayouts/slideLayout302.xml"/><Relationship Id="rId28" Type="http://schemas.openxmlformats.org/officeDocument/2006/relationships/slideLayout" Target="../slideLayouts/slideLayout307.xml"/><Relationship Id="rId36" Type="http://schemas.openxmlformats.org/officeDocument/2006/relationships/slideLayout" Target="../slideLayouts/slideLayout315.xml"/><Relationship Id="rId10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8.xml"/><Relationship Id="rId31" Type="http://schemas.openxmlformats.org/officeDocument/2006/relationships/slideLayout" Target="../slideLayouts/slideLayout310.xml"/><Relationship Id="rId44" Type="http://schemas.openxmlformats.org/officeDocument/2006/relationships/slideLayout" Target="../slideLayouts/slideLayout323.xml"/><Relationship Id="rId4" Type="http://schemas.openxmlformats.org/officeDocument/2006/relationships/slideLayout" Target="../slideLayouts/slideLayout283.xml"/><Relationship Id="rId9" Type="http://schemas.openxmlformats.org/officeDocument/2006/relationships/slideLayout" Target="../slideLayouts/slideLayout288.xml"/><Relationship Id="rId14" Type="http://schemas.openxmlformats.org/officeDocument/2006/relationships/slideLayout" Target="../slideLayouts/slideLayout293.xml"/><Relationship Id="rId22" Type="http://schemas.openxmlformats.org/officeDocument/2006/relationships/slideLayout" Target="../slideLayouts/slideLayout301.xml"/><Relationship Id="rId27" Type="http://schemas.openxmlformats.org/officeDocument/2006/relationships/slideLayout" Target="../slideLayouts/slideLayout306.xml"/><Relationship Id="rId30" Type="http://schemas.openxmlformats.org/officeDocument/2006/relationships/slideLayout" Target="../slideLayouts/slideLayout309.xml"/><Relationship Id="rId35" Type="http://schemas.openxmlformats.org/officeDocument/2006/relationships/slideLayout" Target="../slideLayouts/slideLayout314.xml"/><Relationship Id="rId43" Type="http://schemas.openxmlformats.org/officeDocument/2006/relationships/slideLayout" Target="../slideLayouts/slideLayout322.xml"/><Relationship Id="rId8" Type="http://schemas.openxmlformats.org/officeDocument/2006/relationships/slideLayout" Target="../slideLayouts/slideLayout287.xml"/><Relationship Id="rId3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91.xml"/><Relationship Id="rId17" Type="http://schemas.openxmlformats.org/officeDocument/2006/relationships/slideLayout" Target="../slideLayouts/slideLayout296.xml"/><Relationship Id="rId25" Type="http://schemas.openxmlformats.org/officeDocument/2006/relationships/slideLayout" Target="../slideLayouts/slideLayout304.xml"/><Relationship Id="rId33" Type="http://schemas.openxmlformats.org/officeDocument/2006/relationships/slideLayout" Target="../slideLayouts/slideLayout312.xml"/><Relationship Id="rId38" Type="http://schemas.openxmlformats.org/officeDocument/2006/relationships/slideLayout" Target="../slideLayouts/slideLayout317.xml"/><Relationship Id="rId46" Type="http://schemas.openxmlformats.org/officeDocument/2006/relationships/slideLayout" Target="../slideLayouts/slideLayout325.xml"/><Relationship Id="rId20" Type="http://schemas.openxmlformats.org/officeDocument/2006/relationships/slideLayout" Target="../slideLayouts/slideLayout299.xml"/><Relationship Id="rId41" Type="http://schemas.openxmlformats.org/officeDocument/2006/relationships/slideLayout" Target="../slideLayouts/slideLayout320.xml"/></Relationships>
</file>

<file path=ppt/slideMasters/_rels/slideMaster8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38.xml"/><Relationship Id="rId18" Type="http://schemas.openxmlformats.org/officeDocument/2006/relationships/slideLayout" Target="../slideLayouts/slideLayout343.xml"/><Relationship Id="rId26" Type="http://schemas.openxmlformats.org/officeDocument/2006/relationships/slideLayout" Target="../slideLayouts/slideLayout351.xml"/><Relationship Id="rId39" Type="http://schemas.openxmlformats.org/officeDocument/2006/relationships/slideLayout" Target="../slideLayouts/slideLayout364.xml"/><Relationship Id="rId21" Type="http://schemas.openxmlformats.org/officeDocument/2006/relationships/slideLayout" Target="../slideLayouts/slideLayout346.xml"/><Relationship Id="rId34" Type="http://schemas.openxmlformats.org/officeDocument/2006/relationships/slideLayout" Target="../slideLayouts/slideLayout359.xml"/><Relationship Id="rId42" Type="http://schemas.openxmlformats.org/officeDocument/2006/relationships/slideLayout" Target="../slideLayouts/slideLayout367.xml"/><Relationship Id="rId7" Type="http://schemas.openxmlformats.org/officeDocument/2006/relationships/slideLayout" Target="../slideLayouts/slideLayout332.xml"/><Relationship Id="rId2" Type="http://schemas.openxmlformats.org/officeDocument/2006/relationships/slideLayout" Target="../slideLayouts/slideLayout327.xml"/><Relationship Id="rId16" Type="http://schemas.openxmlformats.org/officeDocument/2006/relationships/slideLayout" Target="../slideLayouts/slideLayout341.xml"/><Relationship Id="rId20" Type="http://schemas.openxmlformats.org/officeDocument/2006/relationships/slideLayout" Target="../slideLayouts/slideLayout345.xml"/><Relationship Id="rId29" Type="http://schemas.openxmlformats.org/officeDocument/2006/relationships/slideLayout" Target="../slideLayouts/slideLayout354.xml"/><Relationship Id="rId41" Type="http://schemas.openxmlformats.org/officeDocument/2006/relationships/slideLayout" Target="../slideLayouts/slideLayout366.xml"/><Relationship Id="rId1" Type="http://schemas.openxmlformats.org/officeDocument/2006/relationships/slideLayout" Target="../slideLayouts/slideLayout326.xml"/><Relationship Id="rId6" Type="http://schemas.openxmlformats.org/officeDocument/2006/relationships/slideLayout" Target="../slideLayouts/slideLayout331.xml"/><Relationship Id="rId11" Type="http://schemas.openxmlformats.org/officeDocument/2006/relationships/slideLayout" Target="../slideLayouts/slideLayout336.xml"/><Relationship Id="rId24" Type="http://schemas.openxmlformats.org/officeDocument/2006/relationships/slideLayout" Target="../slideLayouts/slideLayout349.xml"/><Relationship Id="rId32" Type="http://schemas.openxmlformats.org/officeDocument/2006/relationships/slideLayout" Target="../slideLayouts/slideLayout357.xml"/><Relationship Id="rId37" Type="http://schemas.openxmlformats.org/officeDocument/2006/relationships/slideLayout" Target="../slideLayouts/slideLayout362.xml"/><Relationship Id="rId40" Type="http://schemas.openxmlformats.org/officeDocument/2006/relationships/slideLayout" Target="../slideLayouts/slideLayout365.xml"/><Relationship Id="rId5" Type="http://schemas.openxmlformats.org/officeDocument/2006/relationships/slideLayout" Target="../slideLayouts/slideLayout330.xml"/><Relationship Id="rId15" Type="http://schemas.openxmlformats.org/officeDocument/2006/relationships/slideLayout" Target="../slideLayouts/slideLayout340.xml"/><Relationship Id="rId23" Type="http://schemas.openxmlformats.org/officeDocument/2006/relationships/slideLayout" Target="../slideLayouts/slideLayout348.xml"/><Relationship Id="rId28" Type="http://schemas.openxmlformats.org/officeDocument/2006/relationships/slideLayout" Target="../slideLayouts/slideLayout353.xml"/><Relationship Id="rId36" Type="http://schemas.openxmlformats.org/officeDocument/2006/relationships/slideLayout" Target="../slideLayouts/slideLayout361.xml"/><Relationship Id="rId10" Type="http://schemas.openxmlformats.org/officeDocument/2006/relationships/slideLayout" Target="../slideLayouts/slideLayout335.xml"/><Relationship Id="rId19" Type="http://schemas.openxmlformats.org/officeDocument/2006/relationships/slideLayout" Target="../slideLayouts/slideLayout344.xml"/><Relationship Id="rId31" Type="http://schemas.openxmlformats.org/officeDocument/2006/relationships/slideLayout" Target="../slideLayouts/slideLayout356.xml"/><Relationship Id="rId44" Type="http://schemas.openxmlformats.org/officeDocument/2006/relationships/theme" Target="../theme/theme8.xml"/><Relationship Id="rId4" Type="http://schemas.openxmlformats.org/officeDocument/2006/relationships/slideLayout" Target="../slideLayouts/slideLayout329.xml"/><Relationship Id="rId9" Type="http://schemas.openxmlformats.org/officeDocument/2006/relationships/slideLayout" Target="../slideLayouts/slideLayout334.xml"/><Relationship Id="rId14" Type="http://schemas.openxmlformats.org/officeDocument/2006/relationships/slideLayout" Target="../slideLayouts/slideLayout339.xml"/><Relationship Id="rId22" Type="http://schemas.openxmlformats.org/officeDocument/2006/relationships/slideLayout" Target="../slideLayouts/slideLayout347.xml"/><Relationship Id="rId27" Type="http://schemas.openxmlformats.org/officeDocument/2006/relationships/slideLayout" Target="../slideLayouts/slideLayout352.xml"/><Relationship Id="rId30" Type="http://schemas.openxmlformats.org/officeDocument/2006/relationships/slideLayout" Target="../slideLayouts/slideLayout355.xml"/><Relationship Id="rId35" Type="http://schemas.openxmlformats.org/officeDocument/2006/relationships/slideLayout" Target="../slideLayouts/slideLayout360.xml"/><Relationship Id="rId43" Type="http://schemas.openxmlformats.org/officeDocument/2006/relationships/slideLayout" Target="../slideLayouts/slideLayout368.xml"/><Relationship Id="rId8" Type="http://schemas.openxmlformats.org/officeDocument/2006/relationships/slideLayout" Target="../slideLayouts/slideLayout333.xml"/><Relationship Id="rId3" Type="http://schemas.openxmlformats.org/officeDocument/2006/relationships/slideLayout" Target="../slideLayouts/slideLayout328.xml"/><Relationship Id="rId12" Type="http://schemas.openxmlformats.org/officeDocument/2006/relationships/slideLayout" Target="../slideLayouts/slideLayout337.xml"/><Relationship Id="rId17" Type="http://schemas.openxmlformats.org/officeDocument/2006/relationships/slideLayout" Target="../slideLayouts/slideLayout342.xml"/><Relationship Id="rId25" Type="http://schemas.openxmlformats.org/officeDocument/2006/relationships/slideLayout" Target="../slideLayouts/slideLayout350.xml"/><Relationship Id="rId33" Type="http://schemas.openxmlformats.org/officeDocument/2006/relationships/slideLayout" Target="../slideLayouts/slideLayout358.xml"/><Relationship Id="rId38" Type="http://schemas.openxmlformats.org/officeDocument/2006/relationships/slideLayout" Target="../slideLayouts/slideLayout363.xml"/></Relationships>
</file>

<file path=ppt/slideMasters/_rels/slideMaster9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81.xml"/><Relationship Id="rId18" Type="http://schemas.openxmlformats.org/officeDocument/2006/relationships/slideLayout" Target="../slideLayouts/slideLayout386.xml"/><Relationship Id="rId26" Type="http://schemas.openxmlformats.org/officeDocument/2006/relationships/slideLayout" Target="../slideLayouts/slideLayout394.xml"/><Relationship Id="rId39" Type="http://schemas.openxmlformats.org/officeDocument/2006/relationships/slideLayout" Target="../slideLayouts/slideLayout407.xml"/><Relationship Id="rId21" Type="http://schemas.openxmlformats.org/officeDocument/2006/relationships/slideLayout" Target="../slideLayouts/slideLayout389.xml"/><Relationship Id="rId34" Type="http://schemas.openxmlformats.org/officeDocument/2006/relationships/slideLayout" Target="../slideLayouts/slideLayout402.xml"/><Relationship Id="rId42" Type="http://schemas.openxmlformats.org/officeDocument/2006/relationships/slideLayout" Target="../slideLayouts/slideLayout410.xml"/><Relationship Id="rId7" Type="http://schemas.openxmlformats.org/officeDocument/2006/relationships/slideLayout" Target="../slideLayouts/slideLayout375.xml"/><Relationship Id="rId2" Type="http://schemas.openxmlformats.org/officeDocument/2006/relationships/slideLayout" Target="../slideLayouts/slideLayout370.xml"/><Relationship Id="rId16" Type="http://schemas.openxmlformats.org/officeDocument/2006/relationships/slideLayout" Target="../slideLayouts/slideLayout384.xml"/><Relationship Id="rId29" Type="http://schemas.openxmlformats.org/officeDocument/2006/relationships/slideLayout" Target="../slideLayouts/slideLayout397.xml"/><Relationship Id="rId1" Type="http://schemas.openxmlformats.org/officeDocument/2006/relationships/slideLayout" Target="../slideLayouts/slideLayout369.xml"/><Relationship Id="rId6" Type="http://schemas.openxmlformats.org/officeDocument/2006/relationships/slideLayout" Target="../slideLayouts/slideLayout374.xml"/><Relationship Id="rId11" Type="http://schemas.openxmlformats.org/officeDocument/2006/relationships/slideLayout" Target="../slideLayouts/slideLayout379.xml"/><Relationship Id="rId24" Type="http://schemas.openxmlformats.org/officeDocument/2006/relationships/slideLayout" Target="../slideLayouts/slideLayout392.xml"/><Relationship Id="rId32" Type="http://schemas.openxmlformats.org/officeDocument/2006/relationships/slideLayout" Target="../slideLayouts/slideLayout400.xml"/><Relationship Id="rId37" Type="http://schemas.openxmlformats.org/officeDocument/2006/relationships/slideLayout" Target="../slideLayouts/slideLayout405.xml"/><Relationship Id="rId40" Type="http://schemas.openxmlformats.org/officeDocument/2006/relationships/slideLayout" Target="../slideLayouts/slideLayout408.xml"/><Relationship Id="rId45" Type="http://schemas.openxmlformats.org/officeDocument/2006/relationships/slideLayout" Target="../slideLayouts/slideLayout413.xml"/><Relationship Id="rId5" Type="http://schemas.openxmlformats.org/officeDocument/2006/relationships/slideLayout" Target="../slideLayouts/slideLayout373.xml"/><Relationship Id="rId15" Type="http://schemas.openxmlformats.org/officeDocument/2006/relationships/slideLayout" Target="../slideLayouts/slideLayout383.xml"/><Relationship Id="rId23" Type="http://schemas.openxmlformats.org/officeDocument/2006/relationships/slideLayout" Target="../slideLayouts/slideLayout391.xml"/><Relationship Id="rId28" Type="http://schemas.openxmlformats.org/officeDocument/2006/relationships/slideLayout" Target="../slideLayouts/slideLayout396.xml"/><Relationship Id="rId36" Type="http://schemas.openxmlformats.org/officeDocument/2006/relationships/slideLayout" Target="../slideLayouts/slideLayout404.xml"/><Relationship Id="rId10" Type="http://schemas.openxmlformats.org/officeDocument/2006/relationships/slideLayout" Target="../slideLayouts/slideLayout378.xml"/><Relationship Id="rId19" Type="http://schemas.openxmlformats.org/officeDocument/2006/relationships/slideLayout" Target="../slideLayouts/slideLayout387.xml"/><Relationship Id="rId31" Type="http://schemas.openxmlformats.org/officeDocument/2006/relationships/slideLayout" Target="../slideLayouts/slideLayout399.xml"/><Relationship Id="rId44" Type="http://schemas.openxmlformats.org/officeDocument/2006/relationships/slideLayout" Target="../slideLayouts/slideLayout412.xml"/><Relationship Id="rId4" Type="http://schemas.openxmlformats.org/officeDocument/2006/relationships/slideLayout" Target="../slideLayouts/slideLayout372.xml"/><Relationship Id="rId9" Type="http://schemas.openxmlformats.org/officeDocument/2006/relationships/slideLayout" Target="../slideLayouts/slideLayout377.xml"/><Relationship Id="rId14" Type="http://schemas.openxmlformats.org/officeDocument/2006/relationships/slideLayout" Target="../slideLayouts/slideLayout382.xml"/><Relationship Id="rId22" Type="http://schemas.openxmlformats.org/officeDocument/2006/relationships/slideLayout" Target="../slideLayouts/slideLayout390.xml"/><Relationship Id="rId27" Type="http://schemas.openxmlformats.org/officeDocument/2006/relationships/slideLayout" Target="../slideLayouts/slideLayout395.xml"/><Relationship Id="rId30" Type="http://schemas.openxmlformats.org/officeDocument/2006/relationships/slideLayout" Target="../slideLayouts/slideLayout398.xml"/><Relationship Id="rId35" Type="http://schemas.openxmlformats.org/officeDocument/2006/relationships/slideLayout" Target="../slideLayouts/slideLayout403.xml"/><Relationship Id="rId43" Type="http://schemas.openxmlformats.org/officeDocument/2006/relationships/slideLayout" Target="../slideLayouts/slideLayout411.xml"/><Relationship Id="rId8" Type="http://schemas.openxmlformats.org/officeDocument/2006/relationships/slideLayout" Target="../slideLayouts/slideLayout376.xml"/><Relationship Id="rId3" Type="http://schemas.openxmlformats.org/officeDocument/2006/relationships/slideLayout" Target="../slideLayouts/slideLayout371.xml"/><Relationship Id="rId12" Type="http://schemas.openxmlformats.org/officeDocument/2006/relationships/slideLayout" Target="../slideLayouts/slideLayout380.xml"/><Relationship Id="rId17" Type="http://schemas.openxmlformats.org/officeDocument/2006/relationships/slideLayout" Target="../slideLayouts/slideLayout385.xml"/><Relationship Id="rId25" Type="http://schemas.openxmlformats.org/officeDocument/2006/relationships/slideLayout" Target="../slideLayouts/slideLayout393.xml"/><Relationship Id="rId33" Type="http://schemas.openxmlformats.org/officeDocument/2006/relationships/slideLayout" Target="../slideLayouts/slideLayout401.xml"/><Relationship Id="rId38" Type="http://schemas.openxmlformats.org/officeDocument/2006/relationships/slideLayout" Target="../slideLayouts/slideLayout406.xml"/><Relationship Id="rId46" Type="http://schemas.openxmlformats.org/officeDocument/2006/relationships/theme" Target="../theme/theme9.xml"/><Relationship Id="rId20" Type="http://schemas.openxmlformats.org/officeDocument/2006/relationships/slideLayout" Target="../slideLayouts/slideLayout388.xml"/><Relationship Id="rId41" Type="http://schemas.openxmlformats.org/officeDocument/2006/relationships/slideLayout" Target="../slideLayouts/slideLayout409.xml"/></Relationships>
</file>

<file path=ppt/slideMasters/_rels/slideMaster10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26.xml"/><Relationship Id="rId18" Type="http://schemas.openxmlformats.org/officeDocument/2006/relationships/slideLayout" Target="../slideLayouts/slideLayout431.xml"/><Relationship Id="rId26" Type="http://schemas.openxmlformats.org/officeDocument/2006/relationships/slideLayout" Target="../slideLayouts/slideLayout439.xml"/><Relationship Id="rId39" Type="http://schemas.openxmlformats.org/officeDocument/2006/relationships/slideLayout" Target="../slideLayouts/slideLayout452.xml"/><Relationship Id="rId21" Type="http://schemas.openxmlformats.org/officeDocument/2006/relationships/slideLayout" Target="../slideLayouts/slideLayout434.xml"/><Relationship Id="rId34" Type="http://schemas.openxmlformats.org/officeDocument/2006/relationships/slideLayout" Target="../slideLayouts/slideLayout447.xml"/><Relationship Id="rId42" Type="http://schemas.openxmlformats.org/officeDocument/2006/relationships/slideLayout" Target="../slideLayouts/slideLayout455.xml"/><Relationship Id="rId47" Type="http://schemas.openxmlformats.org/officeDocument/2006/relationships/slideLayout" Target="../slideLayouts/slideLayout460.xml"/><Relationship Id="rId50" Type="http://schemas.openxmlformats.org/officeDocument/2006/relationships/slideLayout" Target="../slideLayouts/slideLayout463.xml"/><Relationship Id="rId7" Type="http://schemas.openxmlformats.org/officeDocument/2006/relationships/slideLayout" Target="../slideLayouts/slideLayout420.xml"/><Relationship Id="rId2" Type="http://schemas.openxmlformats.org/officeDocument/2006/relationships/slideLayout" Target="../slideLayouts/slideLayout415.xml"/><Relationship Id="rId16" Type="http://schemas.openxmlformats.org/officeDocument/2006/relationships/slideLayout" Target="../slideLayouts/slideLayout429.xml"/><Relationship Id="rId29" Type="http://schemas.openxmlformats.org/officeDocument/2006/relationships/slideLayout" Target="../slideLayouts/slideLayout442.xml"/><Relationship Id="rId11" Type="http://schemas.openxmlformats.org/officeDocument/2006/relationships/slideLayout" Target="../slideLayouts/slideLayout424.xml"/><Relationship Id="rId24" Type="http://schemas.openxmlformats.org/officeDocument/2006/relationships/slideLayout" Target="../slideLayouts/slideLayout437.xml"/><Relationship Id="rId32" Type="http://schemas.openxmlformats.org/officeDocument/2006/relationships/slideLayout" Target="../slideLayouts/slideLayout445.xml"/><Relationship Id="rId37" Type="http://schemas.openxmlformats.org/officeDocument/2006/relationships/slideLayout" Target="../slideLayouts/slideLayout450.xml"/><Relationship Id="rId40" Type="http://schemas.openxmlformats.org/officeDocument/2006/relationships/slideLayout" Target="../slideLayouts/slideLayout453.xml"/><Relationship Id="rId45" Type="http://schemas.openxmlformats.org/officeDocument/2006/relationships/slideLayout" Target="../slideLayouts/slideLayout458.xml"/><Relationship Id="rId5" Type="http://schemas.openxmlformats.org/officeDocument/2006/relationships/slideLayout" Target="../slideLayouts/slideLayout418.xml"/><Relationship Id="rId15" Type="http://schemas.openxmlformats.org/officeDocument/2006/relationships/slideLayout" Target="../slideLayouts/slideLayout428.xml"/><Relationship Id="rId23" Type="http://schemas.openxmlformats.org/officeDocument/2006/relationships/slideLayout" Target="../slideLayouts/slideLayout436.xml"/><Relationship Id="rId28" Type="http://schemas.openxmlformats.org/officeDocument/2006/relationships/slideLayout" Target="../slideLayouts/slideLayout441.xml"/><Relationship Id="rId36" Type="http://schemas.openxmlformats.org/officeDocument/2006/relationships/slideLayout" Target="../slideLayouts/slideLayout449.xml"/><Relationship Id="rId49" Type="http://schemas.openxmlformats.org/officeDocument/2006/relationships/slideLayout" Target="../slideLayouts/slideLayout462.xml"/><Relationship Id="rId10" Type="http://schemas.openxmlformats.org/officeDocument/2006/relationships/slideLayout" Target="../slideLayouts/slideLayout423.xml"/><Relationship Id="rId19" Type="http://schemas.openxmlformats.org/officeDocument/2006/relationships/slideLayout" Target="../slideLayouts/slideLayout432.xml"/><Relationship Id="rId31" Type="http://schemas.openxmlformats.org/officeDocument/2006/relationships/slideLayout" Target="../slideLayouts/slideLayout444.xml"/><Relationship Id="rId44" Type="http://schemas.openxmlformats.org/officeDocument/2006/relationships/slideLayout" Target="../slideLayouts/slideLayout457.xml"/><Relationship Id="rId4" Type="http://schemas.openxmlformats.org/officeDocument/2006/relationships/slideLayout" Target="../slideLayouts/slideLayout417.xml"/><Relationship Id="rId9" Type="http://schemas.openxmlformats.org/officeDocument/2006/relationships/slideLayout" Target="../slideLayouts/slideLayout422.xml"/><Relationship Id="rId14" Type="http://schemas.openxmlformats.org/officeDocument/2006/relationships/slideLayout" Target="../slideLayouts/slideLayout427.xml"/><Relationship Id="rId22" Type="http://schemas.openxmlformats.org/officeDocument/2006/relationships/slideLayout" Target="../slideLayouts/slideLayout435.xml"/><Relationship Id="rId27" Type="http://schemas.openxmlformats.org/officeDocument/2006/relationships/slideLayout" Target="../slideLayouts/slideLayout440.xml"/><Relationship Id="rId30" Type="http://schemas.openxmlformats.org/officeDocument/2006/relationships/slideLayout" Target="../slideLayouts/slideLayout443.xml"/><Relationship Id="rId35" Type="http://schemas.openxmlformats.org/officeDocument/2006/relationships/slideLayout" Target="../slideLayouts/slideLayout448.xml"/><Relationship Id="rId43" Type="http://schemas.openxmlformats.org/officeDocument/2006/relationships/slideLayout" Target="../slideLayouts/slideLayout456.xml"/><Relationship Id="rId48" Type="http://schemas.openxmlformats.org/officeDocument/2006/relationships/slideLayout" Target="../slideLayouts/slideLayout461.xml"/><Relationship Id="rId8" Type="http://schemas.openxmlformats.org/officeDocument/2006/relationships/slideLayout" Target="../slideLayouts/slideLayout421.xml"/><Relationship Id="rId51" Type="http://schemas.openxmlformats.org/officeDocument/2006/relationships/theme" Target="../theme/theme10.xml"/><Relationship Id="rId3" Type="http://schemas.openxmlformats.org/officeDocument/2006/relationships/slideLayout" Target="../slideLayouts/slideLayout416.xml"/><Relationship Id="rId12" Type="http://schemas.openxmlformats.org/officeDocument/2006/relationships/slideLayout" Target="../slideLayouts/slideLayout425.xml"/><Relationship Id="rId17" Type="http://schemas.openxmlformats.org/officeDocument/2006/relationships/slideLayout" Target="../slideLayouts/slideLayout430.xml"/><Relationship Id="rId25" Type="http://schemas.openxmlformats.org/officeDocument/2006/relationships/slideLayout" Target="../slideLayouts/slideLayout438.xml"/><Relationship Id="rId33" Type="http://schemas.openxmlformats.org/officeDocument/2006/relationships/slideLayout" Target="../slideLayouts/slideLayout446.xml"/><Relationship Id="rId38" Type="http://schemas.openxmlformats.org/officeDocument/2006/relationships/slideLayout" Target="../slideLayouts/slideLayout451.xml"/><Relationship Id="rId46" Type="http://schemas.openxmlformats.org/officeDocument/2006/relationships/slideLayout" Target="../slideLayouts/slideLayout459.xml"/><Relationship Id="rId20" Type="http://schemas.openxmlformats.org/officeDocument/2006/relationships/slideLayout" Target="../slideLayouts/slideLayout433.xml"/><Relationship Id="rId41" Type="http://schemas.openxmlformats.org/officeDocument/2006/relationships/slideLayout" Target="../slideLayouts/slideLayout454.xml"/><Relationship Id="rId1" Type="http://schemas.openxmlformats.org/officeDocument/2006/relationships/slideLayout" Target="../slideLayouts/slideLayout414.xml"/><Relationship Id="rId6" Type="http://schemas.openxmlformats.org/officeDocument/2006/relationships/slideLayout" Target="../slideLayouts/slideLayout419.xml"/></Relationships>
</file>

<file path=ppt/slideMasters/_rels/slideMaster1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76.xml"/><Relationship Id="rId18" Type="http://schemas.openxmlformats.org/officeDocument/2006/relationships/slideLayout" Target="../slideLayouts/slideLayout481.xml"/><Relationship Id="rId26" Type="http://schemas.openxmlformats.org/officeDocument/2006/relationships/slideLayout" Target="../slideLayouts/slideLayout489.xml"/><Relationship Id="rId39" Type="http://schemas.openxmlformats.org/officeDocument/2006/relationships/slideLayout" Target="../slideLayouts/slideLayout502.xml"/><Relationship Id="rId21" Type="http://schemas.openxmlformats.org/officeDocument/2006/relationships/slideLayout" Target="../slideLayouts/slideLayout484.xml"/><Relationship Id="rId34" Type="http://schemas.openxmlformats.org/officeDocument/2006/relationships/slideLayout" Target="../slideLayouts/slideLayout497.xml"/><Relationship Id="rId42" Type="http://schemas.openxmlformats.org/officeDocument/2006/relationships/slideLayout" Target="../slideLayouts/slideLayout505.xml"/><Relationship Id="rId47" Type="http://schemas.openxmlformats.org/officeDocument/2006/relationships/slideLayout" Target="../slideLayouts/slideLayout510.xml"/><Relationship Id="rId7" Type="http://schemas.openxmlformats.org/officeDocument/2006/relationships/slideLayout" Target="../slideLayouts/slideLayout470.xml"/><Relationship Id="rId2" Type="http://schemas.openxmlformats.org/officeDocument/2006/relationships/slideLayout" Target="../slideLayouts/slideLayout465.xml"/><Relationship Id="rId16" Type="http://schemas.openxmlformats.org/officeDocument/2006/relationships/slideLayout" Target="../slideLayouts/slideLayout479.xml"/><Relationship Id="rId29" Type="http://schemas.openxmlformats.org/officeDocument/2006/relationships/slideLayout" Target="../slideLayouts/slideLayout492.xml"/><Relationship Id="rId1" Type="http://schemas.openxmlformats.org/officeDocument/2006/relationships/slideLayout" Target="../slideLayouts/slideLayout464.xml"/><Relationship Id="rId6" Type="http://schemas.openxmlformats.org/officeDocument/2006/relationships/slideLayout" Target="../slideLayouts/slideLayout469.xml"/><Relationship Id="rId11" Type="http://schemas.openxmlformats.org/officeDocument/2006/relationships/slideLayout" Target="../slideLayouts/slideLayout474.xml"/><Relationship Id="rId24" Type="http://schemas.openxmlformats.org/officeDocument/2006/relationships/slideLayout" Target="../slideLayouts/slideLayout487.xml"/><Relationship Id="rId32" Type="http://schemas.openxmlformats.org/officeDocument/2006/relationships/slideLayout" Target="../slideLayouts/slideLayout495.xml"/><Relationship Id="rId37" Type="http://schemas.openxmlformats.org/officeDocument/2006/relationships/slideLayout" Target="../slideLayouts/slideLayout500.xml"/><Relationship Id="rId40" Type="http://schemas.openxmlformats.org/officeDocument/2006/relationships/slideLayout" Target="../slideLayouts/slideLayout503.xml"/><Relationship Id="rId45" Type="http://schemas.openxmlformats.org/officeDocument/2006/relationships/slideLayout" Target="../slideLayouts/slideLayout508.xml"/><Relationship Id="rId5" Type="http://schemas.openxmlformats.org/officeDocument/2006/relationships/slideLayout" Target="../slideLayouts/slideLayout468.xml"/><Relationship Id="rId15" Type="http://schemas.openxmlformats.org/officeDocument/2006/relationships/slideLayout" Target="../slideLayouts/slideLayout478.xml"/><Relationship Id="rId23" Type="http://schemas.openxmlformats.org/officeDocument/2006/relationships/slideLayout" Target="../slideLayouts/slideLayout486.xml"/><Relationship Id="rId28" Type="http://schemas.openxmlformats.org/officeDocument/2006/relationships/slideLayout" Target="../slideLayouts/slideLayout491.xml"/><Relationship Id="rId36" Type="http://schemas.openxmlformats.org/officeDocument/2006/relationships/slideLayout" Target="../slideLayouts/slideLayout499.xml"/><Relationship Id="rId10" Type="http://schemas.openxmlformats.org/officeDocument/2006/relationships/slideLayout" Target="../slideLayouts/slideLayout473.xml"/><Relationship Id="rId19" Type="http://schemas.openxmlformats.org/officeDocument/2006/relationships/slideLayout" Target="../slideLayouts/slideLayout482.xml"/><Relationship Id="rId31" Type="http://schemas.openxmlformats.org/officeDocument/2006/relationships/slideLayout" Target="../slideLayouts/slideLayout494.xml"/><Relationship Id="rId44" Type="http://schemas.openxmlformats.org/officeDocument/2006/relationships/slideLayout" Target="../slideLayouts/slideLayout507.xml"/><Relationship Id="rId4" Type="http://schemas.openxmlformats.org/officeDocument/2006/relationships/slideLayout" Target="../slideLayouts/slideLayout467.xml"/><Relationship Id="rId9" Type="http://schemas.openxmlformats.org/officeDocument/2006/relationships/slideLayout" Target="../slideLayouts/slideLayout472.xml"/><Relationship Id="rId14" Type="http://schemas.openxmlformats.org/officeDocument/2006/relationships/slideLayout" Target="../slideLayouts/slideLayout477.xml"/><Relationship Id="rId22" Type="http://schemas.openxmlformats.org/officeDocument/2006/relationships/slideLayout" Target="../slideLayouts/slideLayout485.xml"/><Relationship Id="rId27" Type="http://schemas.openxmlformats.org/officeDocument/2006/relationships/slideLayout" Target="../slideLayouts/slideLayout490.xml"/><Relationship Id="rId30" Type="http://schemas.openxmlformats.org/officeDocument/2006/relationships/slideLayout" Target="../slideLayouts/slideLayout493.xml"/><Relationship Id="rId35" Type="http://schemas.openxmlformats.org/officeDocument/2006/relationships/slideLayout" Target="../slideLayouts/slideLayout498.xml"/><Relationship Id="rId43" Type="http://schemas.openxmlformats.org/officeDocument/2006/relationships/slideLayout" Target="../slideLayouts/slideLayout506.xml"/><Relationship Id="rId48" Type="http://schemas.openxmlformats.org/officeDocument/2006/relationships/theme" Target="../theme/theme11.xml"/><Relationship Id="rId8" Type="http://schemas.openxmlformats.org/officeDocument/2006/relationships/slideLayout" Target="../slideLayouts/slideLayout471.xml"/><Relationship Id="rId3" Type="http://schemas.openxmlformats.org/officeDocument/2006/relationships/slideLayout" Target="../slideLayouts/slideLayout466.xml"/><Relationship Id="rId12" Type="http://schemas.openxmlformats.org/officeDocument/2006/relationships/slideLayout" Target="../slideLayouts/slideLayout475.xml"/><Relationship Id="rId17" Type="http://schemas.openxmlformats.org/officeDocument/2006/relationships/slideLayout" Target="../slideLayouts/slideLayout480.xml"/><Relationship Id="rId25" Type="http://schemas.openxmlformats.org/officeDocument/2006/relationships/slideLayout" Target="../slideLayouts/slideLayout488.xml"/><Relationship Id="rId33" Type="http://schemas.openxmlformats.org/officeDocument/2006/relationships/slideLayout" Target="../slideLayouts/slideLayout496.xml"/><Relationship Id="rId38" Type="http://schemas.openxmlformats.org/officeDocument/2006/relationships/slideLayout" Target="../slideLayouts/slideLayout501.xml"/><Relationship Id="rId46" Type="http://schemas.openxmlformats.org/officeDocument/2006/relationships/slideLayout" Target="../slideLayouts/slideLayout509.xml"/><Relationship Id="rId20" Type="http://schemas.openxmlformats.org/officeDocument/2006/relationships/slideLayout" Target="../slideLayouts/slideLayout483.xml"/><Relationship Id="rId41" Type="http://schemas.openxmlformats.org/officeDocument/2006/relationships/slideLayout" Target="../slideLayouts/slideLayout504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8.xml"/><Relationship Id="rId13" Type="http://schemas.openxmlformats.org/officeDocument/2006/relationships/slideLayout" Target="../slideLayouts/slideLayout523.xml"/><Relationship Id="rId18" Type="http://schemas.openxmlformats.org/officeDocument/2006/relationships/slideLayout" Target="../slideLayouts/slideLayout528.xml"/><Relationship Id="rId26" Type="http://schemas.openxmlformats.org/officeDocument/2006/relationships/slideLayout" Target="../slideLayouts/slideLayout536.xml"/><Relationship Id="rId3" Type="http://schemas.openxmlformats.org/officeDocument/2006/relationships/slideLayout" Target="../slideLayouts/slideLayout513.xml"/><Relationship Id="rId21" Type="http://schemas.openxmlformats.org/officeDocument/2006/relationships/slideLayout" Target="../slideLayouts/slideLayout531.xml"/><Relationship Id="rId7" Type="http://schemas.openxmlformats.org/officeDocument/2006/relationships/slideLayout" Target="../slideLayouts/slideLayout517.xml"/><Relationship Id="rId12" Type="http://schemas.openxmlformats.org/officeDocument/2006/relationships/slideLayout" Target="../slideLayouts/slideLayout522.xml"/><Relationship Id="rId17" Type="http://schemas.openxmlformats.org/officeDocument/2006/relationships/slideLayout" Target="../slideLayouts/slideLayout527.xml"/><Relationship Id="rId25" Type="http://schemas.openxmlformats.org/officeDocument/2006/relationships/slideLayout" Target="../slideLayouts/slideLayout535.xml"/><Relationship Id="rId2" Type="http://schemas.openxmlformats.org/officeDocument/2006/relationships/slideLayout" Target="../slideLayouts/slideLayout512.xml"/><Relationship Id="rId16" Type="http://schemas.openxmlformats.org/officeDocument/2006/relationships/slideLayout" Target="../slideLayouts/slideLayout526.xml"/><Relationship Id="rId20" Type="http://schemas.openxmlformats.org/officeDocument/2006/relationships/slideLayout" Target="../slideLayouts/slideLayout530.xml"/><Relationship Id="rId29" Type="http://schemas.openxmlformats.org/officeDocument/2006/relationships/theme" Target="../theme/theme12.xml"/><Relationship Id="rId1" Type="http://schemas.openxmlformats.org/officeDocument/2006/relationships/slideLayout" Target="../slideLayouts/slideLayout511.xml"/><Relationship Id="rId6" Type="http://schemas.openxmlformats.org/officeDocument/2006/relationships/slideLayout" Target="../slideLayouts/slideLayout516.xml"/><Relationship Id="rId11" Type="http://schemas.openxmlformats.org/officeDocument/2006/relationships/slideLayout" Target="../slideLayouts/slideLayout521.xml"/><Relationship Id="rId24" Type="http://schemas.openxmlformats.org/officeDocument/2006/relationships/slideLayout" Target="../slideLayouts/slideLayout534.xml"/><Relationship Id="rId5" Type="http://schemas.openxmlformats.org/officeDocument/2006/relationships/slideLayout" Target="../slideLayouts/slideLayout515.xml"/><Relationship Id="rId15" Type="http://schemas.openxmlformats.org/officeDocument/2006/relationships/slideLayout" Target="../slideLayouts/slideLayout525.xml"/><Relationship Id="rId23" Type="http://schemas.openxmlformats.org/officeDocument/2006/relationships/slideLayout" Target="../slideLayouts/slideLayout533.xml"/><Relationship Id="rId28" Type="http://schemas.openxmlformats.org/officeDocument/2006/relationships/slideLayout" Target="../slideLayouts/slideLayout538.xml"/><Relationship Id="rId10" Type="http://schemas.openxmlformats.org/officeDocument/2006/relationships/slideLayout" Target="../slideLayouts/slideLayout520.xml"/><Relationship Id="rId19" Type="http://schemas.openxmlformats.org/officeDocument/2006/relationships/slideLayout" Target="../slideLayouts/slideLayout529.xml"/><Relationship Id="rId4" Type="http://schemas.openxmlformats.org/officeDocument/2006/relationships/slideLayout" Target="../slideLayouts/slideLayout514.xml"/><Relationship Id="rId9" Type="http://schemas.openxmlformats.org/officeDocument/2006/relationships/slideLayout" Target="../slideLayouts/slideLayout519.xml"/><Relationship Id="rId14" Type="http://schemas.openxmlformats.org/officeDocument/2006/relationships/slideLayout" Target="../slideLayouts/slideLayout524.xml"/><Relationship Id="rId22" Type="http://schemas.openxmlformats.org/officeDocument/2006/relationships/slideLayout" Target="../slideLayouts/slideLayout532.xml"/><Relationship Id="rId27" Type="http://schemas.openxmlformats.org/officeDocument/2006/relationships/slideLayout" Target="../slideLayouts/slideLayout5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25934" y="4837777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15475" y="205978"/>
            <a:ext cx="8470194" cy="994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15475" y="1200150"/>
            <a:ext cx="8470194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3096" y="4786314"/>
            <a:ext cx="1858324" cy="1428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9673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02" r:id="rId1"/>
    <p:sldLayoutId id="2147484203" r:id="rId2"/>
    <p:sldLayoutId id="2147484204" r:id="rId3"/>
    <p:sldLayoutId id="2147484205" r:id="rId4"/>
    <p:sldLayoutId id="2147484206" r:id="rId5"/>
    <p:sldLayoutId id="2147484207" r:id="rId6"/>
    <p:sldLayoutId id="2147484208" r:id="rId7"/>
    <p:sldLayoutId id="2147484209" r:id="rId8"/>
    <p:sldLayoutId id="2147484210" r:id="rId9"/>
    <p:sldLayoutId id="2147484211" r:id="rId10"/>
    <p:sldLayoutId id="2147484212" r:id="rId11"/>
    <p:sldLayoutId id="2147484213" r:id="rId12"/>
    <p:sldLayoutId id="2147484214" r:id="rId13"/>
    <p:sldLayoutId id="2147484215" r:id="rId14"/>
    <p:sldLayoutId id="2147484216" r:id="rId15"/>
    <p:sldLayoutId id="2147484217" r:id="rId16"/>
    <p:sldLayoutId id="2147484218" r:id="rId17"/>
    <p:sldLayoutId id="2147484219" r:id="rId18"/>
    <p:sldLayoutId id="2147484220" r:id="rId19"/>
    <p:sldLayoutId id="2147484221" r:id="rId20"/>
    <p:sldLayoutId id="2147484222" r:id="rId21"/>
    <p:sldLayoutId id="2147484223" r:id="rId22"/>
    <p:sldLayoutId id="2147484224" r:id="rId23"/>
    <p:sldLayoutId id="2147484225" r:id="rId24"/>
    <p:sldLayoutId id="2147484226" r:id="rId25"/>
    <p:sldLayoutId id="2147484227" r:id="rId26"/>
    <p:sldLayoutId id="2147484228" r:id="rId27"/>
    <p:sldLayoutId id="2147484229" r:id="rId28"/>
    <p:sldLayoutId id="2147484230" r:id="rId29"/>
    <p:sldLayoutId id="2147484231" r:id="rId30"/>
    <p:sldLayoutId id="2147484232" r:id="rId31"/>
    <p:sldLayoutId id="2147484233" r:id="rId32"/>
    <p:sldLayoutId id="2147484234" r:id="rId33"/>
    <p:sldLayoutId id="2147484235" r:id="rId34"/>
    <p:sldLayoutId id="2147484236" r:id="rId35"/>
    <p:sldLayoutId id="2147484237" r:id="rId36"/>
    <p:sldLayoutId id="2147484238" r:id="rId37"/>
    <p:sldLayoutId id="2147484239" r:id="rId38"/>
    <p:sldLayoutId id="2147484240" r:id="rId39"/>
    <p:sldLayoutId id="2147484241" r:id="rId40"/>
    <p:sldLayoutId id="2147484242" r:id="rId41"/>
    <p:sldLayoutId id="2147484243" r:id="rId42"/>
    <p:sldLayoutId id="2147484244" r:id="rId43"/>
    <p:sldLayoutId id="2147484245" r:id="rId44"/>
    <p:sldLayoutId id="2147484246" r:id="rId45"/>
    <p:sldLayoutId id="2147484247" r:id="rId46"/>
  </p:sldLayoutIdLst>
  <p:transition spd="med"/>
  <p:hf sldNum="0" hdr="0" ftr="0" dt="0"/>
  <p:txStyles>
    <p:titleStyle>
      <a:lvl1pPr marL="0" marR="0" indent="0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35965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271931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407895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543861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914411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23446" marR="0" indent="-123446" algn="l" defTabSz="914411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246891" marR="0" indent="-123446" algn="l" defTabSz="914411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370337" marR="0" indent="-123446" algn="l" defTabSz="914411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428631" marR="0" indent="-171452" algn="l" defTabSz="914411" rtl="0" eaLnBrk="1" latinLnBrk="0" hangingPunct="1">
        <a:lnSpc>
          <a:spcPct val="110000"/>
        </a:lnSpc>
        <a:spcBef>
          <a:spcPts val="1088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691157" marR="0" indent="-145880" algn="l" defTabSz="914411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827123" marR="0" indent="-145880" algn="l" defTabSz="914411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963087" marR="0" indent="-145880" algn="l" defTabSz="914411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099052" marR="0" indent="-145880" algn="l" defTabSz="914411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28624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257246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385870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514493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643117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771740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900365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028987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0F62FE"/>
          </p15:clr>
        </p15:guide>
        <p15:guide id="3" pos="357" userDrawn="1">
          <p15:clr>
            <a:srgbClr val="EE5396"/>
          </p15:clr>
        </p15:guide>
        <p15:guide id="4" pos="3840" userDrawn="1">
          <p15:clr>
            <a:srgbClr val="0F62FE"/>
          </p15:clr>
        </p15:guide>
        <p15:guide id="5" pos="1916" userDrawn="1">
          <p15:clr>
            <a:srgbClr val="EE5396"/>
          </p15:clr>
        </p15:guide>
        <p15:guide id="6" pos="5756" userDrawn="1">
          <p15:clr>
            <a:srgbClr val="EE5396"/>
          </p15:clr>
        </p15:guide>
        <p15:guide id="7" pos="7319" userDrawn="1">
          <p15:clr>
            <a:srgbClr val="EE5396"/>
          </p15:clr>
        </p15:guide>
        <p15:guide id="8" pos="8041" userDrawn="1">
          <p15:clr>
            <a:srgbClr val="EE5396"/>
          </p15:clr>
        </p15:guide>
        <p15:guide id="9" pos="4201" userDrawn="1">
          <p15:clr>
            <a:srgbClr val="EE5396"/>
          </p15:clr>
        </p15:guide>
        <p15:guide id="10" pos="3481" userDrawn="1">
          <p15:clr>
            <a:srgbClr val="EE5396"/>
          </p15:clr>
        </p15:guide>
        <p15:guide id="11" pos="9595" userDrawn="1">
          <p15:clr>
            <a:srgbClr val="EE5396"/>
          </p15:clr>
        </p15:guide>
        <p15:guide id="13" pos="11161" userDrawn="1">
          <p15:clr>
            <a:srgbClr val="EE5396"/>
          </p15:clr>
        </p15:guide>
        <p15:guide id="14" pos="11881" userDrawn="1">
          <p15:clr>
            <a:srgbClr val="EE5396"/>
          </p15:clr>
        </p15:guide>
        <p15:guide id="15" pos="13440" userDrawn="1">
          <p15:clr>
            <a:srgbClr val="EE5396"/>
          </p15:clr>
        </p15:guide>
        <p15:guide id="16" pos="15001" userDrawn="1">
          <p15:clr>
            <a:srgbClr val="EE5396"/>
          </p15:clr>
        </p15:guide>
        <p15:guide id="17" orient="horz" pos="2160" userDrawn="1">
          <p15:clr>
            <a:srgbClr val="0F62FE"/>
          </p15:clr>
        </p15:guide>
        <p15:guide id="19" orient="horz" pos="3240" userDrawn="1">
          <p15:clr>
            <a:srgbClr val="EE5396"/>
          </p15:clr>
        </p15:guide>
        <p15:guide id="20" orient="horz" pos="1078" userDrawn="1">
          <p15:clr>
            <a:srgbClr val="EE5396"/>
          </p15:clr>
        </p15:guide>
        <p15:guide id="21" orient="horz" pos="384" userDrawn="1">
          <p15:clr>
            <a:srgbClr val="EE5396"/>
          </p15:clr>
        </p15:guide>
        <p15:guide id="22" orient="horz" pos="5400" userDrawn="1">
          <p15:clr>
            <a:srgbClr val="EE5396"/>
          </p15:clr>
        </p15:guide>
        <p15:guide id="24" orient="horz" pos="7560" userDrawn="1">
          <p15:clr>
            <a:srgbClr val="EE5396"/>
          </p15:clr>
        </p15:guide>
        <p15:guide id="25" orient="horz" pos="8280" userDrawn="1">
          <p15:clr>
            <a:srgbClr val="EE5396"/>
          </p15:clr>
        </p15:guide>
        <p15:guide id="26" pos="7680" userDrawn="1">
          <p15:clr>
            <a:srgbClr val="0F62FE"/>
          </p15:clr>
        </p15:guide>
        <p15:guide id="27" pos="11520" userDrawn="1">
          <p15:clr>
            <a:srgbClr val="0F62FE"/>
          </p15:clr>
        </p15:guide>
        <p15:guide id="28" orient="horz" pos="6480" userDrawn="1">
          <p15:clr>
            <a:srgbClr val="0F62FE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25934" y="4852131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16000" y="216027"/>
            <a:ext cx="8470194" cy="994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15475" y="1247775"/>
            <a:ext cx="8470194" cy="3251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3096" y="4801588"/>
            <a:ext cx="1858324" cy="1428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Footer text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3408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851" r:id="rId1"/>
    <p:sldLayoutId id="2147484852" r:id="rId2"/>
    <p:sldLayoutId id="2147484853" r:id="rId3"/>
    <p:sldLayoutId id="2147484854" r:id="rId4"/>
    <p:sldLayoutId id="2147484855" r:id="rId5"/>
    <p:sldLayoutId id="2147484856" r:id="rId6"/>
    <p:sldLayoutId id="2147484857" r:id="rId7"/>
    <p:sldLayoutId id="2147484858" r:id="rId8"/>
    <p:sldLayoutId id="2147484859" r:id="rId9"/>
    <p:sldLayoutId id="2147484860" r:id="rId10"/>
    <p:sldLayoutId id="2147484861" r:id="rId11"/>
    <p:sldLayoutId id="2147484862" r:id="rId12"/>
    <p:sldLayoutId id="2147484863" r:id="rId13"/>
    <p:sldLayoutId id="2147484864" r:id="rId14"/>
    <p:sldLayoutId id="2147484865" r:id="rId15"/>
    <p:sldLayoutId id="2147484866" r:id="rId16"/>
    <p:sldLayoutId id="2147484867" r:id="rId17"/>
    <p:sldLayoutId id="2147484868" r:id="rId18"/>
    <p:sldLayoutId id="2147484869" r:id="rId19"/>
    <p:sldLayoutId id="2147484870" r:id="rId20"/>
    <p:sldLayoutId id="2147484871" r:id="rId21"/>
    <p:sldLayoutId id="2147484872" r:id="rId22"/>
    <p:sldLayoutId id="2147484873" r:id="rId23"/>
    <p:sldLayoutId id="2147484874" r:id="rId24"/>
    <p:sldLayoutId id="2147484875" r:id="rId25"/>
    <p:sldLayoutId id="2147484876" r:id="rId26"/>
    <p:sldLayoutId id="2147484877" r:id="rId27"/>
    <p:sldLayoutId id="2147484878" r:id="rId28"/>
    <p:sldLayoutId id="2147484879" r:id="rId29"/>
    <p:sldLayoutId id="2147484880" r:id="rId30"/>
    <p:sldLayoutId id="2147484881" r:id="rId31"/>
    <p:sldLayoutId id="2147484882" r:id="rId32"/>
    <p:sldLayoutId id="2147484883" r:id="rId33"/>
    <p:sldLayoutId id="2147484884" r:id="rId34"/>
    <p:sldLayoutId id="2147484885" r:id="rId35"/>
    <p:sldLayoutId id="2147484886" r:id="rId36"/>
    <p:sldLayoutId id="2147484887" r:id="rId37"/>
    <p:sldLayoutId id="2147484888" r:id="rId38"/>
    <p:sldLayoutId id="2147484889" r:id="rId39"/>
    <p:sldLayoutId id="2147484890" r:id="rId40"/>
    <p:sldLayoutId id="2147484891" r:id="rId41"/>
    <p:sldLayoutId id="2147484892" r:id="rId42"/>
    <p:sldLayoutId id="2147484893" r:id="rId43"/>
    <p:sldLayoutId id="2147484894" r:id="rId44"/>
    <p:sldLayoutId id="2147484895" r:id="rId45"/>
    <p:sldLayoutId id="2147484896" r:id="rId46"/>
  </p:sldLayoutIdLst>
  <p:transition spd="med"/>
  <p:hf hdr="0" dt="0"/>
  <p:txStyles>
    <p:titleStyle>
      <a:lvl1pPr marL="0" marR="0" indent="0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35965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271931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407895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543861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914411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23446" marR="0" indent="-123446" algn="l" defTabSz="914411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246891" marR="0" indent="-123446" algn="l" defTabSz="914411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370337" marR="0" indent="-123446" algn="l" defTabSz="914411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428631" marR="0" indent="-171452" algn="l" defTabSz="914411" rtl="0" eaLnBrk="1" latinLnBrk="0" hangingPunct="1">
        <a:lnSpc>
          <a:spcPct val="110000"/>
        </a:lnSpc>
        <a:spcBef>
          <a:spcPts val="1088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691157" marR="0" indent="-145880" algn="l" defTabSz="914411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827123" marR="0" indent="-145880" algn="l" defTabSz="914411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963087" marR="0" indent="-145880" algn="l" defTabSz="914411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099052" marR="0" indent="-145880" algn="l" defTabSz="914411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28624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257246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385870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514493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643117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771740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900365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028987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0F62FE"/>
          </p15:clr>
        </p15:guide>
        <p15:guide id="3" pos="364" userDrawn="1">
          <p15:clr>
            <a:srgbClr val="EE5396"/>
          </p15:clr>
        </p15:guide>
        <p15:guide id="4" pos="3840" userDrawn="1">
          <p15:clr>
            <a:srgbClr val="0F62FE"/>
          </p15:clr>
        </p15:guide>
        <p15:guide id="5" pos="1916" userDrawn="1">
          <p15:clr>
            <a:srgbClr val="EE5396"/>
          </p15:clr>
        </p15:guide>
        <p15:guide id="6" pos="5756" userDrawn="1">
          <p15:clr>
            <a:srgbClr val="EE5396"/>
          </p15:clr>
        </p15:guide>
        <p15:guide id="7" pos="7319" userDrawn="1">
          <p15:clr>
            <a:srgbClr val="EE5396"/>
          </p15:clr>
        </p15:guide>
        <p15:guide id="8" pos="8041" userDrawn="1">
          <p15:clr>
            <a:srgbClr val="EE5396"/>
          </p15:clr>
        </p15:guide>
        <p15:guide id="9" pos="4201" userDrawn="1">
          <p15:clr>
            <a:srgbClr val="EE5396"/>
          </p15:clr>
        </p15:guide>
        <p15:guide id="10" pos="3481" userDrawn="1">
          <p15:clr>
            <a:srgbClr val="EE5396"/>
          </p15:clr>
        </p15:guide>
        <p15:guide id="11" pos="9595" userDrawn="1">
          <p15:clr>
            <a:srgbClr val="EE5396"/>
          </p15:clr>
        </p15:guide>
        <p15:guide id="13" pos="11161" userDrawn="1">
          <p15:clr>
            <a:srgbClr val="EE5396"/>
          </p15:clr>
        </p15:guide>
        <p15:guide id="14" pos="11881" userDrawn="1">
          <p15:clr>
            <a:srgbClr val="EE5396"/>
          </p15:clr>
        </p15:guide>
        <p15:guide id="15" pos="13440" userDrawn="1">
          <p15:clr>
            <a:srgbClr val="EE5396"/>
          </p15:clr>
        </p15:guide>
        <p15:guide id="16" pos="14996" userDrawn="1">
          <p15:clr>
            <a:srgbClr val="EE5396"/>
          </p15:clr>
        </p15:guide>
        <p15:guide id="17" orient="horz" pos="2160" userDrawn="1">
          <p15:clr>
            <a:srgbClr val="0F62FE"/>
          </p15:clr>
        </p15:guide>
        <p15:guide id="19" orient="horz" pos="3240" userDrawn="1">
          <p15:clr>
            <a:srgbClr val="EE5396"/>
          </p15:clr>
        </p15:guide>
        <p15:guide id="20" orient="horz" pos="1080" userDrawn="1">
          <p15:clr>
            <a:srgbClr val="EE5396"/>
          </p15:clr>
        </p15:guide>
        <p15:guide id="21" orient="horz" pos="364" userDrawn="1">
          <p15:clr>
            <a:srgbClr val="EE5396"/>
          </p15:clr>
        </p15:guide>
        <p15:guide id="22" orient="horz" pos="5400" userDrawn="1">
          <p15:clr>
            <a:srgbClr val="EE5396"/>
          </p15:clr>
        </p15:guide>
        <p15:guide id="24" orient="horz" pos="7557" userDrawn="1">
          <p15:clr>
            <a:srgbClr val="EE5396"/>
          </p15:clr>
        </p15:guide>
        <p15:guide id="25" orient="horz" pos="8273" userDrawn="1">
          <p15:clr>
            <a:srgbClr val="EE5396"/>
          </p15:clr>
        </p15:guide>
        <p15:guide id="26" pos="7680" userDrawn="1">
          <p15:clr>
            <a:srgbClr val="0F62FE"/>
          </p15:clr>
        </p15:guide>
        <p15:guide id="27" pos="11520" userDrawn="1">
          <p15:clr>
            <a:srgbClr val="0F62FE"/>
          </p15:clr>
        </p15:guide>
        <p15:guide id="28" orient="horz" pos="6480" userDrawn="1">
          <p15:clr>
            <a:srgbClr val="0F62FE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25934" y="4837777"/>
            <a:ext cx="102592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15475" y="205978"/>
            <a:ext cx="8470194" cy="994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15475" y="1200150"/>
            <a:ext cx="8470194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3096" y="4786314"/>
            <a:ext cx="1858324" cy="1428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41590101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898" r:id="rId1"/>
    <p:sldLayoutId id="2147484899" r:id="rId2"/>
    <p:sldLayoutId id="2147484900" r:id="rId3"/>
    <p:sldLayoutId id="2147484901" r:id="rId4"/>
    <p:sldLayoutId id="2147484902" r:id="rId5"/>
    <p:sldLayoutId id="2147484903" r:id="rId6"/>
    <p:sldLayoutId id="2147484904" r:id="rId7"/>
    <p:sldLayoutId id="2147484905" r:id="rId8"/>
    <p:sldLayoutId id="2147484906" r:id="rId9"/>
    <p:sldLayoutId id="2147484907" r:id="rId10"/>
    <p:sldLayoutId id="2147484908" r:id="rId11"/>
    <p:sldLayoutId id="2147484909" r:id="rId12"/>
    <p:sldLayoutId id="2147484910" r:id="rId13"/>
    <p:sldLayoutId id="2147484911" r:id="rId14"/>
    <p:sldLayoutId id="2147484912" r:id="rId15"/>
    <p:sldLayoutId id="2147484913" r:id="rId16"/>
    <p:sldLayoutId id="2147484914" r:id="rId17"/>
    <p:sldLayoutId id="2147484915" r:id="rId18"/>
    <p:sldLayoutId id="2147484916" r:id="rId19"/>
    <p:sldLayoutId id="2147484917" r:id="rId20"/>
    <p:sldLayoutId id="2147484918" r:id="rId21"/>
    <p:sldLayoutId id="2147484919" r:id="rId22"/>
    <p:sldLayoutId id="2147484920" r:id="rId23"/>
    <p:sldLayoutId id="2147484921" r:id="rId24"/>
    <p:sldLayoutId id="2147484922" r:id="rId25"/>
    <p:sldLayoutId id="2147484923" r:id="rId26"/>
    <p:sldLayoutId id="2147484924" r:id="rId27"/>
    <p:sldLayoutId id="2147484925" r:id="rId28"/>
    <p:sldLayoutId id="2147484926" r:id="rId29"/>
    <p:sldLayoutId id="2147484927" r:id="rId30"/>
    <p:sldLayoutId id="2147484928" r:id="rId31"/>
    <p:sldLayoutId id="2147484929" r:id="rId32"/>
    <p:sldLayoutId id="2147484930" r:id="rId33"/>
    <p:sldLayoutId id="2147484931" r:id="rId34"/>
    <p:sldLayoutId id="2147484932" r:id="rId35"/>
    <p:sldLayoutId id="2147484933" r:id="rId36"/>
    <p:sldLayoutId id="2147484934" r:id="rId37"/>
    <p:sldLayoutId id="2147484935" r:id="rId38"/>
    <p:sldLayoutId id="2147484936" r:id="rId39"/>
    <p:sldLayoutId id="2147484937" r:id="rId40"/>
    <p:sldLayoutId id="2147484938" r:id="rId41"/>
    <p:sldLayoutId id="2147484939" r:id="rId42"/>
    <p:sldLayoutId id="2147484940" r:id="rId43"/>
    <p:sldLayoutId id="2147484941" r:id="rId44"/>
    <p:sldLayoutId id="2147484942" r:id="rId45"/>
    <p:sldLayoutId id="2147484943" r:id="rId46"/>
    <p:sldLayoutId id="2147484944" r:id="rId47"/>
    <p:sldLayoutId id="2147484945" r:id="rId48"/>
    <p:sldLayoutId id="2147484946" r:id="rId49"/>
    <p:sldLayoutId id="2147484947" r:id="rId50"/>
    <p:sldLayoutId id="2147484948" r:id="rId51"/>
    <p:sldLayoutId id="2147484949" r:id="rId52"/>
  </p:sldLayoutIdLst>
  <p:transition spd="med"/>
  <p:hf hdr="0" dt="0"/>
  <p:txStyles>
    <p:titleStyle>
      <a:lvl1pPr marL="0" marR="0" indent="0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35965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271931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407895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543861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914411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23446" marR="0" indent="-123446" algn="l" defTabSz="914411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246891" marR="0" indent="-123446" algn="l" defTabSz="914411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370337" marR="0" indent="-123446" algn="l" defTabSz="914411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428631" marR="0" indent="-171452" algn="l" defTabSz="914411" rtl="0" eaLnBrk="1" latinLnBrk="0" hangingPunct="1">
        <a:lnSpc>
          <a:spcPct val="110000"/>
        </a:lnSpc>
        <a:spcBef>
          <a:spcPts val="1088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691157" marR="0" indent="-145880" algn="l" defTabSz="914411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827123" marR="0" indent="-145880" algn="l" defTabSz="914411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963087" marR="0" indent="-145880" algn="l" defTabSz="914411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099052" marR="0" indent="-145880" algn="l" defTabSz="914411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28624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257246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385870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514493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643117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771740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900365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028987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0F62FE"/>
          </p15:clr>
        </p15:guide>
        <p15:guide id="3" pos="357" userDrawn="1">
          <p15:clr>
            <a:srgbClr val="EE5396"/>
          </p15:clr>
        </p15:guide>
        <p15:guide id="4" pos="3840" userDrawn="1">
          <p15:clr>
            <a:srgbClr val="0F62FE"/>
          </p15:clr>
        </p15:guide>
        <p15:guide id="5" pos="1916" userDrawn="1">
          <p15:clr>
            <a:srgbClr val="EE5396"/>
          </p15:clr>
        </p15:guide>
        <p15:guide id="6" pos="5756" userDrawn="1">
          <p15:clr>
            <a:srgbClr val="EE5396"/>
          </p15:clr>
        </p15:guide>
        <p15:guide id="7" pos="7319" userDrawn="1">
          <p15:clr>
            <a:srgbClr val="EE5396"/>
          </p15:clr>
        </p15:guide>
        <p15:guide id="8" pos="8041" userDrawn="1">
          <p15:clr>
            <a:srgbClr val="EE5396"/>
          </p15:clr>
        </p15:guide>
        <p15:guide id="9" pos="4201" userDrawn="1">
          <p15:clr>
            <a:srgbClr val="EE5396"/>
          </p15:clr>
        </p15:guide>
        <p15:guide id="10" pos="3481" userDrawn="1">
          <p15:clr>
            <a:srgbClr val="EE5396"/>
          </p15:clr>
        </p15:guide>
        <p15:guide id="11" pos="9595" userDrawn="1">
          <p15:clr>
            <a:srgbClr val="EE5396"/>
          </p15:clr>
        </p15:guide>
        <p15:guide id="13" pos="11161" userDrawn="1">
          <p15:clr>
            <a:srgbClr val="EE5396"/>
          </p15:clr>
        </p15:guide>
        <p15:guide id="14" pos="11881" userDrawn="1">
          <p15:clr>
            <a:srgbClr val="EE5396"/>
          </p15:clr>
        </p15:guide>
        <p15:guide id="15" pos="13440" userDrawn="1">
          <p15:clr>
            <a:srgbClr val="EE5396"/>
          </p15:clr>
        </p15:guide>
        <p15:guide id="16" pos="15001" userDrawn="1">
          <p15:clr>
            <a:srgbClr val="EE5396"/>
          </p15:clr>
        </p15:guide>
        <p15:guide id="17" orient="horz" pos="2160" userDrawn="1">
          <p15:clr>
            <a:srgbClr val="0F62FE"/>
          </p15:clr>
        </p15:guide>
        <p15:guide id="19" orient="horz" pos="3240" userDrawn="1">
          <p15:clr>
            <a:srgbClr val="EE5396"/>
          </p15:clr>
        </p15:guide>
        <p15:guide id="20" orient="horz" pos="1078" userDrawn="1">
          <p15:clr>
            <a:srgbClr val="EE5396"/>
          </p15:clr>
        </p15:guide>
        <p15:guide id="21" orient="horz" pos="384" userDrawn="1">
          <p15:clr>
            <a:srgbClr val="EE5396"/>
          </p15:clr>
        </p15:guide>
        <p15:guide id="22" orient="horz" pos="5400" userDrawn="1">
          <p15:clr>
            <a:srgbClr val="EE5396"/>
          </p15:clr>
        </p15:guide>
        <p15:guide id="24" orient="horz" pos="7560" userDrawn="1">
          <p15:clr>
            <a:srgbClr val="EE5396"/>
          </p15:clr>
        </p15:guide>
        <p15:guide id="25" orient="horz" pos="8280" userDrawn="1">
          <p15:clr>
            <a:srgbClr val="EE5396"/>
          </p15:clr>
        </p15:guide>
        <p15:guide id="26" pos="7680" userDrawn="1">
          <p15:clr>
            <a:srgbClr val="0F62FE"/>
          </p15:clr>
        </p15:guide>
        <p15:guide id="27" pos="11520" userDrawn="1">
          <p15:clr>
            <a:srgbClr val="0F62FE"/>
          </p15:clr>
        </p15:guide>
        <p15:guide id="28" orient="horz" pos="6480" userDrawn="1">
          <p15:clr>
            <a:srgbClr val="0F62FE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1" y="201168"/>
            <a:ext cx="4142233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7" y="201168"/>
            <a:ext cx="4123945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7" y="4800600"/>
            <a:ext cx="4114734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600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GB"/>
              <a:t>IBM Data and AI / OpenPages - Risk Mgmt for ESG - Oct,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0657679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958" r:id="rId1"/>
    <p:sldLayoutId id="2147484959" r:id="rId2"/>
    <p:sldLayoutId id="2147484960" r:id="rId3"/>
    <p:sldLayoutId id="2147484961" r:id="rId4"/>
    <p:sldLayoutId id="2147484962" r:id="rId5"/>
    <p:sldLayoutId id="2147484963" r:id="rId6"/>
    <p:sldLayoutId id="2147484964" r:id="rId7"/>
    <p:sldLayoutId id="2147484965" r:id="rId8"/>
    <p:sldLayoutId id="2147484966" r:id="rId9"/>
    <p:sldLayoutId id="2147484967" r:id="rId10"/>
    <p:sldLayoutId id="2147484968" r:id="rId11"/>
    <p:sldLayoutId id="2147484969" r:id="rId12"/>
    <p:sldLayoutId id="2147484970" r:id="rId13"/>
    <p:sldLayoutId id="2147484971" r:id="rId14"/>
    <p:sldLayoutId id="2147484972" r:id="rId15"/>
    <p:sldLayoutId id="2147484973" r:id="rId16"/>
    <p:sldLayoutId id="2147484974" r:id="rId17"/>
    <p:sldLayoutId id="2147484975" r:id="rId18"/>
    <p:sldLayoutId id="2147484976" r:id="rId19"/>
    <p:sldLayoutId id="2147484977" r:id="rId20"/>
    <p:sldLayoutId id="2147484978" r:id="rId21"/>
    <p:sldLayoutId id="2147484979" r:id="rId22"/>
    <p:sldLayoutId id="2147484980" r:id="rId23"/>
    <p:sldLayoutId id="2147484981" r:id="rId24"/>
    <p:sldLayoutId id="2147484982" r:id="rId25"/>
    <p:sldLayoutId id="2147484983" r:id="rId26"/>
    <p:sldLayoutId id="2147484984" r:id="rId27"/>
    <p:sldLayoutId id="2147484985" r:id="rId28"/>
    <p:sldLayoutId id="2147484986" r:id="rId29"/>
    <p:sldLayoutId id="2147484987" r:id="rId30"/>
    <p:sldLayoutId id="2147484988" r:id="rId31"/>
    <p:sldLayoutId id="2147484989" r:id="rId32"/>
    <p:sldLayoutId id="2147484990" r:id="rId33"/>
    <p:sldLayoutId id="2147484991" r:id="rId34"/>
    <p:sldLayoutId id="2147484992" r:id="rId35"/>
    <p:sldLayoutId id="2147484993" r:id="rId36"/>
    <p:sldLayoutId id="2147484994" r:id="rId37"/>
    <p:sldLayoutId id="2147484995" r:id="rId38"/>
    <p:sldLayoutId id="2147484996" r:id="rId39"/>
    <p:sldLayoutId id="2147484997" r:id="rId40"/>
    <p:sldLayoutId id="2147484998" r:id="rId41"/>
    <p:sldLayoutId id="2147484999" r:id="rId42"/>
    <p:sldLayoutId id="2147485000" r:id="rId43"/>
  </p:sldLayoutIdLst>
  <p:hf sldNum="0"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7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4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2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9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marL="171454" indent="-173738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2pPr>
      <a:lvl3pPr marL="342910" indent="-173738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3pPr>
      <a:lvl4pPr marL="628666" indent="-173738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4pPr>
      <a:lvl5pPr marL="803295" indent="-173738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5pPr>
      <a:lvl6pPr marL="1583741" indent="-129671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315" indent="-129671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89" indent="-129671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63" indent="-129671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48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72" algn="l" defTabSz="725148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48" algn="l" defTabSz="725148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21" algn="l" defTabSz="725148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94" algn="l" defTabSz="725148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69" algn="l" defTabSz="725148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41" algn="l" defTabSz="725148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8015" algn="l" defTabSz="725148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88" algn="l" defTabSz="725148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29140" y="4852131"/>
            <a:ext cx="99386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16000" y="216027"/>
            <a:ext cx="8470194" cy="994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15475" y="1247775"/>
            <a:ext cx="8470194" cy="3251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  <a:endParaRPr lang="en-CA" dirty="0"/>
          </a:p>
          <a:p>
            <a:pPr lvl="2"/>
            <a:r>
              <a:rPr lang="en-CA" dirty="0"/>
              <a:t>Body Level Three</a:t>
            </a:r>
          </a:p>
          <a:p>
            <a:pPr lvl="3"/>
            <a:r>
              <a:rPr lang="en-CA"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3096" y="4801588"/>
            <a:ext cx="1858324" cy="1428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490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051" r:id="rId1"/>
    <p:sldLayoutId id="2147485052" r:id="rId2"/>
    <p:sldLayoutId id="2147485053" r:id="rId3"/>
    <p:sldLayoutId id="2147485054" r:id="rId4"/>
    <p:sldLayoutId id="2147485055" r:id="rId5"/>
    <p:sldLayoutId id="2147485056" r:id="rId6"/>
    <p:sldLayoutId id="2147485057" r:id="rId7"/>
    <p:sldLayoutId id="2147485058" r:id="rId8"/>
    <p:sldLayoutId id="2147485059" r:id="rId9"/>
    <p:sldLayoutId id="2147485060" r:id="rId10"/>
    <p:sldLayoutId id="2147485061" r:id="rId11"/>
    <p:sldLayoutId id="2147485062" r:id="rId12"/>
    <p:sldLayoutId id="2147485063" r:id="rId13"/>
    <p:sldLayoutId id="2147485064" r:id="rId14"/>
    <p:sldLayoutId id="2147485065" r:id="rId15"/>
    <p:sldLayoutId id="2147485066" r:id="rId16"/>
    <p:sldLayoutId id="2147485067" r:id="rId17"/>
    <p:sldLayoutId id="2147485068" r:id="rId18"/>
    <p:sldLayoutId id="2147485069" r:id="rId19"/>
    <p:sldLayoutId id="2147485070" r:id="rId20"/>
    <p:sldLayoutId id="2147485071" r:id="rId21"/>
    <p:sldLayoutId id="2147485072" r:id="rId22"/>
    <p:sldLayoutId id="2147485073" r:id="rId23"/>
    <p:sldLayoutId id="2147485074" r:id="rId24"/>
    <p:sldLayoutId id="2147485075" r:id="rId25"/>
    <p:sldLayoutId id="2147485076" r:id="rId26"/>
    <p:sldLayoutId id="2147485077" r:id="rId27"/>
    <p:sldLayoutId id="2147485078" r:id="rId28"/>
    <p:sldLayoutId id="2147485079" r:id="rId29"/>
    <p:sldLayoutId id="2147485080" r:id="rId30"/>
    <p:sldLayoutId id="2147485081" r:id="rId31"/>
    <p:sldLayoutId id="2147485082" r:id="rId32"/>
    <p:sldLayoutId id="2147485083" r:id="rId33"/>
    <p:sldLayoutId id="2147485084" r:id="rId34"/>
    <p:sldLayoutId id="2147485085" r:id="rId35"/>
    <p:sldLayoutId id="2147485086" r:id="rId36"/>
    <p:sldLayoutId id="2147485087" r:id="rId37"/>
    <p:sldLayoutId id="2147485088" r:id="rId38"/>
    <p:sldLayoutId id="2147485089" r:id="rId39"/>
    <p:sldLayoutId id="2147485090" r:id="rId40"/>
    <p:sldLayoutId id="2147485091" r:id="rId41"/>
    <p:sldLayoutId id="2147485092" r:id="rId42"/>
    <p:sldLayoutId id="2147485093" r:id="rId43"/>
    <p:sldLayoutId id="2147485094" r:id="rId44"/>
    <p:sldLayoutId id="2147485095" r:id="rId45"/>
    <p:sldLayoutId id="2147485096" r:id="rId46"/>
  </p:sldLayoutIdLst>
  <p:transition spd="med"/>
  <p:hf sldNum="0" hdr="0" ftr="0" dt="0"/>
  <p:txStyles>
    <p:titleStyle>
      <a:lvl1pPr marL="0" marR="0" indent="0" algn="l" defTabSz="91441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2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1pPr>
      <a:lvl2pPr marL="0" marR="0" indent="0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35965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271931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407895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543861" algn="l" defTabSz="91441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91441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50" b="0" i="0" u="none" strike="noStrike" cap="none" spc="0" baseline="0">
          <a:solidFill>
            <a:schemeClr val="tx1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1pPr>
      <a:lvl2pPr marL="122852" marR="0" indent="-122852" algn="l" defTabSz="91441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350" b="0" i="0" u="none" strike="noStrike" cap="none" spc="0" baseline="0">
          <a:solidFill>
            <a:schemeClr val="tx1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2pPr>
      <a:lvl3pPr marL="247053" marR="0" indent="-122852" algn="l" defTabSz="91441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350" b="0" i="0" u="none" strike="noStrike" cap="none" spc="0" baseline="0">
          <a:solidFill>
            <a:schemeClr val="tx1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3pPr>
      <a:lvl4pPr marL="369905" marR="0" indent="-122852" algn="l" defTabSz="91441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350" b="0" i="0" u="none" strike="noStrike" cap="none" spc="0" baseline="0">
          <a:solidFill>
            <a:schemeClr val="tx1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4pPr>
      <a:lvl5pPr marL="257178" marR="0" indent="0" algn="l" defTabSz="914411" rtl="0" eaLnBrk="1" latinLnBrk="0" hangingPunct="1">
        <a:lnSpc>
          <a:spcPct val="110000"/>
        </a:lnSpc>
        <a:spcBef>
          <a:spcPts val="1088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691157" marR="0" indent="-145880" algn="l" defTabSz="914411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827123" marR="0" indent="-145880" algn="l" defTabSz="914411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963087" marR="0" indent="-145880" algn="l" defTabSz="914411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099052" marR="0" indent="-145880" algn="l" defTabSz="914411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28624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257246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385870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514493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643117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771740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900365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028987" algn="r" defTabSz="68599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0F62FE"/>
          </p15:clr>
        </p15:guide>
        <p15:guide id="3" pos="364" userDrawn="1">
          <p15:clr>
            <a:srgbClr val="EE5396"/>
          </p15:clr>
        </p15:guide>
        <p15:guide id="4" pos="3840" userDrawn="1">
          <p15:clr>
            <a:srgbClr val="0F62FE"/>
          </p15:clr>
        </p15:guide>
        <p15:guide id="5" pos="1916" userDrawn="1">
          <p15:clr>
            <a:srgbClr val="EE5396"/>
          </p15:clr>
        </p15:guide>
        <p15:guide id="6" pos="5756" userDrawn="1">
          <p15:clr>
            <a:srgbClr val="EE5396"/>
          </p15:clr>
        </p15:guide>
        <p15:guide id="7" pos="7319" userDrawn="1">
          <p15:clr>
            <a:srgbClr val="EE5396"/>
          </p15:clr>
        </p15:guide>
        <p15:guide id="8" pos="8041" userDrawn="1">
          <p15:clr>
            <a:srgbClr val="EE5396"/>
          </p15:clr>
        </p15:guide>
        <p15:guide id="9" pos="4201" userDrawn="1">
          <p15:clr>
            <a:srgbClr val="EE5396"/>
          </p15:clr>
        </p15:guide>
        <p15:guide id="10" pos="3481" userDrawn="1">
          <p15:clr>
            <a:srgbClr val="EE5396"/>
          </p15:clr>
        </p15:guide>
        <p15:guide id="11" pos="9595" userDrawn="1">
          <p15:clr>
            <a:srgbClr val="EE5396"/>
          </p15:clr>
        </p15:guide>
        <p15:guide id="13" pos="11161" userDrawn="1">
          <p15:clr>
            <a:srgbClr val="EE5396"/>
          </p15:clr>
        </p15:guide>
        <p15:guide id="14" pos="11881" userDrawn="1">
          <p15:clr>
            <a:srgbClr val="EE5396"/>
          </p15:clr>
        </p15:guide>
        <p15:guide id="15" pos="13440" userDrawn="1">
          <p15:clr>
            <a:srgbClr val="EE5396"/>
          </p15:clr>
        </p15:guide>
        <p15:guide id="16" pos="14996" userDrawn="1">
          <p15:clr>
            <a:srgbClr val="EE5396"/>
          </p15:clr>
        </p15:guide>
        <p15:guide id="17" orient="horz" pos="2160" userDrawn="1">
          <p15:clr>
            <a:srgbClr val="0F62FE"/>
          </p15:clr>
        </p15:guide>
        <p15:guide id="19" orient="horz" pos="3240" userDrawn="1">
          <p15:clr>
            <a:srgbClr val="EE5396"/>
          </p15:clr>
        </p15:guide>
        <p15:guide id="20" orient="horz" pos="1080" userDrawn="1">
          <p15:clr>
            <a:srgbClr val="EE5396"/>
          </p15:clr>
        </p15:guide>
        <p15:guide id="21" orient="horz" pos="364" userDrawn="1">
          <p15:clr>
            <a:srgbClr val="EE5396"/>
          </p15:clr>
        </p15:guide>
        <p15:guide id="22" orient="horz" pos="5400" userDrawn="1">
          <p15:clr>
            <a:srgbClr val="EE5396"/>
          </p15:clr>
        </p15:guide>
        <p15:guide id="24" orient="horz" pos="7557" userDrawn="1">
          <p15:clr>
            <a:srgbClr val="EE5396"/>
          </p15:clr>
        </p15:guide>
        <p15:guide id="25" orient="horz" pos="8273" userDrawn="1">
          <p15:clr>
            <a:srgbClr val="EE5396"/>
          </p15:clr>
        </p15:guide>
        <p15:guide id="26" pos="7680" userDrawn="1">
          <p15:clr>
            <a:srgbClr val="0F62FE"/>
          </p15:clr>
        </p15:guide>
        <p15:guide id="27" pos="11520" userDrawn="1">
          <p15:clr>
            <a:srgbClr val="0F62FE"/>
          </p15:clr>
        </p15:guide>
        <p15:guide id="28" orient="horz" pos="6480" userDrawn="1">
          <p15:clr>
            <a:srgbClr val="0F62FE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25932" y="4837777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15475" y="205978"/>
            <a:ext cx="8470194" cy="994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15475" y="1200150"/>
            <a:ext cx="8470194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3094" y="4786313"/>
            <a:ext cx="1858324" cy="1428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7217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287" r:id="rId1"/>
    <p:sldLayoutId id="2147485288" r:id="rId2"/>
    <p:sldLayoutId id="2147485289" r:id="rId3"/>
    <p:sldLayoutId id="2147485290" r:id="rId4"/>
    <p:sldLayoutId id="2147485291" r:id="rId5"/>
    <p:sldLayoutId id="2147485292" r:id="rId6"/>
    <p:sldLayoutId id="2147485293" r:id="rId7"/>
    <p:sldLayoutId id="2147485294" r:id="rId8"/>
    <p:sldLayoutId id="2147485295" r:id="rId9"/>
    <p:sldLayoutId id="2147485296" r:id="rId10"/>
    <p:sldLayoutId id="2147485297" r:id="rId11"/>
    <p:sldLayoutId id="2147485298" r:id="rId12"/>
    <p:sldLayoutId id="2147485299" r:id="rId13"/>
    <p:sldLayoutId id="2147485300" r:id="rId14"/>
    <p:sldLayoutId id="2147485301" r:id="rId15"/>
    <p:sldLayoutId id="2147485302" r:id="rId16"/>
    <p:sldLayoutId id="2147485303" r:id="rId17"/>
    <p:sldLayoutId id="2147485304" r:id="rId18"/>
    <p:sldLayoutId id="2147485305" r:id="rId19"/>
    <p:sldLayoutId id="2147485306" r:id="rId20"/>
    <p:sldLayoutId id="2147485307" r:id="rId21"/>
    <p:sldLayoutId id="2147485308" r:id="rId22"/>
    <p:sldLayoutId id="2147485309" r:id="rId23"/>
    <p:sldLayoutId id="2147485310" r:id="rId24"/>
    <p:sldLayoutId id="2147485311" r:id="rId25"/>
    <p:sldLayoutId id="2147485312" r:id="rId26"/>
    <p:sldLayoutId id="2147485313" r:id="rId27"/>
    <p:sldLayoutId id="2147485314" r:id="rId28"/>
    <p:sldLayoutId id="2147485315" r:id="rId29"/>
    <p:sldLayoutId id="2147485316" r:id="rId30"/>
    <p:sldLayoutId id="2147485317" r:id="rId31"/>
    <p:sldLayoutId id="2147485318" r:id="rId32"/>
    <p:sldLayoutId id="2147485319" r:id="rId33"/>
    <p:sldLayoutId id="2147485320" r:id="rId34"/>
    <p:sldLayoutId id="2147485321" r:id="rId35"/>
    <p:sldLayoutId id="2147485322" r:id="rId36"/>
    <p:sldLayoutId id="2147485323" r:id="rId37"/>
    <p:sldLayoutId id="2147485324" r:id="rId38"/>
    <p:sldLayoutId id="2147485325" r:id="rId39"/>
    <p:sldLayoutId id="2147485326" r:id="rId40"/>
    <p:sldLayoutId id="2147485327" r:id="rId41"/>
    <p:sldLayoutId id="2147485328" r:id="rId42"/>
    <p:sldLayoutId id="2147485329" r:id="rId43"/>
    <p:sldLayoutId id="2147485330" r:id="rId44"/>
    <p:sldLayoutId id="2147485331" r:id="rId45"/>
    <p:sldLayoutId id="2147485332" r:id="rId46"/>
  </p:sldLayoutIdLst>
  <p:transition spd="med"/>
  <p:hf sldNum="0" hdr="0" ftr="0" dt="0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35963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271927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40789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543854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23444" marR="0" indent="-123444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246888" marR="0" indent="-123444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370332" marR="0" indent="-123444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428625" marR="0" indent="-171450" algn="l" defTabSz="914400" rtl="0" eaLnBrk="1" latinLnBrk="0" hangingPunct="1">
        <a:lnSpc>
          <a:spcPct val="110000"/>
        </a:lnSpc>
        <a:spcBef>
          <a:spcPts val="1088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691148" marR="0" indent="-145878" algn="l" defTabSz="914400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827112" marR="0" indent="-145878" algn="l" defTabSz="914400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963075" marR="0" indent="-145878" algn="l" defTabSz="914400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099038" marR="0" indent="-145878" algn="l" defTabSz="914400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28622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257243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385865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514487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643109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771731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900353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028974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58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5000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78">
          <p15:clr>
            <a:srgbClr val="EE5396"/>
          </p15:clr>
        </p15:guide>
        <p15:guide id="21" orient="horz" pos="38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60">
          <p15:clr>
            <a:srgbClr val="EE5396"/>
          </p15:clr>
        </p15:guide>
        <p15:guide id="25" orient="horz" pos="8280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25932" y="4852130"/>
            <a:ext cx="102593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15999" y="216027"/>
            <a:ext cx="8470194" cy="994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15475" y="1247775"/>
            <a:ext cx="8470194" cy="3251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3094" y="4801588"/>
            <a:ext cx="1858324" cy="1428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Footer text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8923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334" r:id="rId1"/>
    <p:sldLayoutId id="2147485335" r:id="rId2"/>
    <p:sldLayoutId id="2147485336" r:id="rId3"/>
    <p:sldLayoutId id="2147485337" r:id="rId4"/>
    <p:sldLayoutId id="2147485338" r:id="rId5"/>
    <p:sldLayoutId id="2147485339" r:id="rId6"/>
    <p:sldLayoutId id="2147485340" r:id="rId7"/>
    <p:sldLayoutId id="2147485341" r:id="rId8"/>
    <p:sldLayoutId id="2147485342" r:id="rId9"/>
    <p:sldLayoutId id="2147485343" r:id="rId10"/>
    <p:sldLayoutId id="2147485344" r:id="rId11"/>
    <p:sldLayoutId id="2147485345" r:id="rId12"/>
    <p:sldLayoutId id="2147485346" r:id="rId13"/>
    <p:sldLayoutId id="2147485347" r:id="rId14"/>
    <p:sldLayoutId id="2147485348" r:id="rId15"/>
    <p:sldLayoutId id="2147485349" r:id="rId16"/>
    <p:sldLayoutId id="2147485350" r:id="rId17"/>
    <p:sldLayoutId id="2147485351" r:id="rId18"/>
    <p:sldLayoutId id="2147485352" r:id="rId19"/>
    <p:sldLayoutId id="2147485353" r:id="rId20"/>
    <p:sldLayoutId id="2147485354" r:id="rId21"/>
    <p:sldLayoutId id="2147485355" r:id="rId22"/>
    <p:sldLayoutId id="2147485356" r:id="rId23"/>
    <p:sldLayoutId id="2147485357" r:id="rId24"/>
    <p:sldLayoutId id="2147485358" r:id="rId25"/>
    <p:sldLayoutId id="2147485359" r:id="rId26"/>
    <p:sldLayoutId id="2147485360" r:id="rId27"/>
    <p:sldLayoutId id="2147485361" r:id="rId28"/>
    <p:sldLayoutId id="2147485362" r:id="rId29"/>
    <p:sldLayoutId id="2147485363" r:id="rId30"/>
    <p:sldLayoutId id="2147485364" r:id="rId31"/>
    <p:sldLayoutId id="2147485365" r:id="rId32"/>
    <p:sldLayoutId id="2147485366" r:id="rId33"/>
    <p:sldLayoutId id="2147485367" r:id="rId34"/>
    <p:sldLayoutId id="2147485368" r:id="rId35"/>
    <p:sldLayoutId id="2147485369" r:id="rId36"/>
    <p:sldLayoutId id="2147485370" r:id="rId37"/>
    <p:sldLayoutId id="2147485371" r:id="rId38"/>
    <p:sldLayoutId id="2147485372" r:id="rId39"/>
    <p:sldLayoutId id="2147485373" r:id="rId40"/>
    <p:sldLayoutId id="2147485374" r:id="rId41"/>
    <p:sldLayoutId id="2147485375" r:id="rId42"/>
    <p:sldLayoutId id="2147485376" r:id="rId43"/>
    <p:sldLayoutId id="2147485377" r:id="rId44"/>
    <p:sldLayoutId id="2147485378" r:id="rId45"/>
    <p:sldLayoutId id="2147485379" r:id="rId46"/>
  </p:sldLayoutIdLst>
  <p:transition spd="med"/>
  <p:hf hdr="0" dt="0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35963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271927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40789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543854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23444" marR="0" indent="-123444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246888" marR="0" indent="-123444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370332" marR="0" indent="-123444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35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428625" marR="0" indent="-171450" algn="l" defTabSz="914400" rtl="0" eaLnBrk="1" latinLnBrk="0" hangingPunct="1">
        <a:lnSpc>
          <a:spcPct val="110000"/>
        </a:lnSpc>
        <a:spcBef>
          <a:spcPts val="1088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691148" marR="0" indent="-145878" algn="l" defTabSz="914400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827112" marR="0" indent="-145878" algn="l" defTabSz="914400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963075" marR="0" indent="-145878" algn="l" defTabSz="914400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099038" marR="0" indent="-145878" algn="l" defTabSz="914400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28622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257243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385865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514487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643109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771731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900353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028974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1355113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381" r:id="rId1"/>
    <p:sldLayoutId id="2147485382" r:id="rId2"/>
    <p:sldLayoutId id="2147485383" r:id="rId3"/>
    <p:sldLayoutId id="2147485384" r:id="rId4"/>
    <p:sldLayoutId id="2147485385" r:id="rId5"/>
    <p:sldLayoutId id="2147485386" r:id="rId6"/>
    <p:sldLayoutId id="2147485387" r:id="rId7"/>
    <p:sldLayoutId id="2147485388" r:id="rId8"/>
    <p:sldLayoutId id="2147485389" r:id="rId9"/>
    <p:sldLayoutId id="2147485390" r:id="rId10"/>
    <p:sldLayoutId id="2147485391" r:id="rId11"/>
    <p:sldLayoutId id="2147485392" r:id="rId12"/>
    <p:sldLayoutId id="2147485393" r:id="rId13"/>
    <p:sldLayoutId id="2147485394" r:id="rId14"/>
    <p:sldLayoutId id="2147485395" r:id="rId15"/>
    <p:sldLayoutId id="2147485396" r:id="rId16"/>
    <p:sldLayoutId id="2147485397" r:id="rId17"/>
    <p:sldLayoutId id="2147485398" r:id="rId18"/>
    <p:sldLayoutId id="2147485399" r:id="rId19"/>
    <p:sldLayoutId id="2147485400" r:id="rId20"/>
    <p:sldLayoutId id="2147485401" r:id="rId21"/>
    <p:sldLayoutId id="2147485402" r:id="rId22"/>
    <p:sldLayoutId id="2147485403" r:id="rId23"/>
    <p:sldLayoutId id="2147485404" r:id="rId24"/>
    <p:sldLayoutId id="2147485405" r:id="rId25"/>
    <p:sldLayoutId id="2147485406" r:id="rId26"/>
    <p:sldLayoutId id="2147485407" r:id="rId27"/>
    <p:sldLayoutId id="2147485408" r:id="rId28"/>
    <p:sldLayoutId id="2147485409" r:id="rId29"/>
    <p:sldLayoutId id="2147485410" r:id="rId30"/>
    <p:sldLayoutId id="2147485411" r:id="rId31"/>
    <p:sldLayoutId id="2147485412" r:id="rId32"/>
    <p:sldLayoutId id="2147485413" r:id="rId33"/>
    <p:sldLayoutId id="2147485414" r:id="rId34"/>
    <p:sldLayoutId id="2147485415" r:id="rId35"/>
    <p:sldLayoutId id="2147485416" r:id="rId36"/>
    <p:sldLayoutId id="2147485417" r:id="rId37"/>
    <p:sldLayoutId id="2147485418" r:id="rId38"/>
    <p:sldLayoutId id="2147485419" r:id="rId39"/>
    <p:sldLayoutId id="2147485420" r:id="rId40"/>
    <p:sldLayoutId id="2147485421" r:id="rId41"/>
    <p:sldLayoutId id="2147485422" r:id="rId42"/>
    <p:sldLayoutId id="2147485423" r:id="rId43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94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7" y="4800601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Data and AI/  © 2023 IBM Corporation 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2" y="4800601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4763033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426" r:id="rId1"/>
    <p:sldLayoutId id="2147485427" r:id="rId2"/>
    <p:sldLayoutId id="2147485428" r:id="rId3"/>
    <p:sldLayoutId id="2147485429" r:id="rId4"/>
    <p:sldLayoutId id="2147485430" r:id="rId5"/>
    <p:sldLayoutId id="2147485431" r:id="rId6"/>
    <p:sldLayoutId id="2147485432" r:id="rId7"/>
    <p:sldLayoutId id="2147485433" r:id="rId8"/>
    <p:sldLayoutId id="2147485434" r:id="rId9"/>
    <p:sldLayoutId id="2147485435" r:id="rId10"/>
    <p:sldLayoutId id="2147485436" r:id="rId11"/>
    <p:sldLayoutId id="2147485437" r:id="rId12"/>
    <p:sldLayoutId id="2147485438" r:id="rId13"/>
    <p:sldLayoutId id="2147485439" r:id="rId14"/>
    <p:sldLayoutId id="2147485440" r:id="rId15"/>
    <p:sldLayoutId id="2147485441" r:id="rId16"/>
    <p:sldLayoutId id="2147485442" r:id="rId17"/>
    <p:sldLayoutId id="2147485443" r:id="rId18"/>
    <p:sldLayoutId id="2147485444" r:id="rId19"/>
    <p:sldLayoutId id="2147485445" r:id="rId20"/>
    <p:sldLayoutId id="2147485446" r:id="rId21"/>
    <p:sldLayoutId id="2147485447" r:id="rId22"/>
    <p:sldLayoutId id="2147485448" r:id="rId23"/>
    <p:sldLayoutId id="2147485449" r:id="rId24"/>
    <p:sldLayoutId id="2147485450" r:id="rId25"/>
    <p:sldLayoutId id="2147485451" r:id="rId26"/>
    <p:sldLayoutId id="2147485452" r:id="rId27"/>
    <p:sldLayoutId id="2147485453" r:id="rId28"/>
    <p:sldLayoutId id="2147485454" r:id="rId29"/>
    <p:sldLayoutId id="2147485455" r:id="rId30"/>
    <p:sldLayoutId id="2147485456" r:id="rId31"/>
    <p:sldLayoutId id="2147485457" r:id="rId32"/>
    <p:sldLayoutId id="2147485458" r:id="rId33"/>
    <p:sldLayoutId id="2147485459" r:id="rId34"/>
    <p:sldLayoutId id="2147485460" r:id="rId35"/>
    <p:sldLayoutId id="2147485461" r:id="rId36"/>
    <p:sldLayoutId id="2147485462" r:id="rId37"/>
    <p:sldLayoutId id="2147485463" r:id="rId38"/>
    <p:sldLayoutId id="2147485464" r:id="rId39"/>
    <p:sldLayoutId id="2147485465" r:id="rId40"/>
    <p:sldLayoutId id="2147485466" r:id="rId41"/>
    <p:sldLayoutId id="2147485467" r:id="rId42"/>
    <p:sldLayoutId id="2147485468" r:id="rId43"/>
    <p:sldLayoutId id="2147485469" r:id="rId44"/>
    <p:sldLayoutId id="2147485470" r:id="rId45"/>
  </p:sldLayoutIdLst>
  <p:hf sldNum="0"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5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2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68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4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marL="171448" indent="-173732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2pPr>
      <a:lvl3pPr marL="342896" indent="-173732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3pPr>
      <a:lvl4pPr marL="628643" indent="-173732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4pPr>
      <a:lvl5pPr marL="803265" indent="-173732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5pPr>
      <a:lvl6pPr marL="1583681" indent="-129667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43" indent="-129667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02" indent="-129667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364" indent="-129667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21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59" algn="l" defTabSz="725121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21" algn="l" defTabSz="725121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680" algn="l" defTabSz="725121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40" algn="l" defTabSz="725121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01" algn="l" defTabSz="725121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359" algn="l" defTabSz="725121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20" algn="l" defTabSz="725121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480" algn="l" defTabSz="725121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94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26948" y="4852130"/>
            <a:ext cx="101577" cy="9233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15999" y="216027"/>
            <a:ext cx="8470194" cy="994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15475" y="1247775"/>
            <a:ext cx="8470194" cy="3251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  <a:endParaRPr lang="en-CA" dirty="0"/>
          </a:p>
          <a:p>
            <a:pPr lvl="2"/>
            <a:r>
              <a:rPr lang="en-CA" dirty="0"/>
              <a:t>Body Level Three</a:t>
            </a:r>
          </a:p>
          <a:p>
            <a:pPr lvl="3"/>
            <a:r>
              <a:rPr lang="en-CA"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3094" y="4801588"/>
            <a:ext cx="1858324" cy="1428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333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472" r:id="rId1"/>
    <p:sldLayoutId id="2147485473" r:id="rId2"/>
    <p:sldLayoutId id="2147485474" r:id="rId3"/>
    <p:sldLayoutId id="2147485475" r:id="rId4"/>
    <p:sldLayoutId id="2147485476" r:id="rId5"/>
    <p:sldLayoutId id="2147485477" r:id="rId6"/>
    <p:sldLayoutId id="2147485478" r:id="rId7"/>
    <p:sldLayoutId id="2147485479" r:id="rId8"/>
    <p:sldLayoutId id="2147485480" r:id="rId9"/>
    <p:sldLayoutId id="2147485481" r:id="rId10"/>
    <p:sldLayoutId id="2147485482" r:id="rId11"/>
    <p:sldLayoutId id="2147485483" r:id="rId12"/>
    <p:sldLayoutId id="2147485484" r:id="rId13"/>
    <p:sldLayoutId id="2147485485" r:id="rId14"/>
    <p:sldLayoutId id="2147485486" r:id="rId15"/>
    <p:sldLayoutId id="2147485487" r:id="rId16"/>
    <p:sldLayoutId id="2147485488" r:id="rId17"/>
    <p:sldLayoutId id="2147485489" r:id="rId18"/>
    <p:sldLayoutId id="2147485490" r:id="rId19"/>
    <p:sldLayoutId id="2147485491" r:id="rId20"/>
    <p:sldLayoutId id="2147485492" r:id="rId21"/>
    <p:sldLayoutId id="2147485493" r:id="rId22"/>
    <p:sldLayoutId id="2147485494" r:id="rId23"/>
    <p:sldLayoutId id="2147485495" r:id="rId24"/>
    <p:sldLayoutId id="2147485496" r:id="rId25"/>
    <p:sldLayoutId id="2147485497" r:id="rId26"/>
    <p:sldLayoutId id="2147485498" r:id="rId27"/>
    <p:sldLayoutId id="2147485499" r:id="rId28"/>
    <p:sldLayoutId id="2147485500" r:id="rId29"/>
    <p:sldLayoutId id="2147485501" r:id="rId30"/>
    <p:sldLayoutId id="2147485502" r:id="rId31"/>
    <p:sldLayoutId id="2147485503" r:id="rId32"/>
    <p:sldLayoutId id="2147485504" r:id="rId33"/>
    <p:sldLayoutId id="2147485505" r:id="rId34"/>
    <p:sldLayoutId id="2147485506" r:id="rId35"/>
    <p:sldLayoutId id="2147485507" r:id="rId36"/>
    <p:sldLayoutId id="2147485508" r:id="rId37"/>
    <p:sldLayoutId id="2147485509" r:id="rId38"/>
    <p:sldLayoutId id="2147485510" r:id="rId39"/>
    <p:sldLayoutId id="2147485511" r:id="rId40"/>
    <p:sldLayoutId id="2147485512" r:id="rId41"/>
    <p:sldLayoutId id="2147485513" r:id="rId42"/>
    <p:sldLayoutId id="2147485514" r:id="rId43"/>
    <p:sldLayoutId id="2147485515" r:id="rId44"/>
    <p:sldLayoutId id="2147485516" r:id="rId45"/>
    <p:sldLayoutId id="2147485517" r:id="rId46"/>
    <p:sldLayoutId id="2147485518" r:id="rId47"/>
    <p:sldLayoutId id="2147485519" r:id="rId48"/>
    <p:sldLayoutId id="2147485584" r:id="rId49"/>
    <p:sldLayoutId id="2147485620" r:id="rId50"/>
  </p:sldLayoutIdLst>
  <p:transition spd="med"/>
  <p:hf sldNum="0" hdr="0" ftr="0" dt="0"/>
  <p:txStyles>
    <p:titleStyle>
      <a:lvl1pPr marL="0" marR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2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35963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271927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40789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543854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Tx/>
        <a:buFont typeface="Arial" panose="020B0604020202020204" pitchFamily="34" charset="0"/>
        <a:buNone/>
        <a:tabLst/>
        <a:defRPr sz="1350" b="0" i="0" u="none" strike="noStrike" cap="none" spc="0" baseline="0">
          <a:solidFill>
            <a:schemeClr val="tx1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1pPr>
      <a:lvl2pPr marL="122850" marR="0" indent="-12285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350" b="0" i="0" u="none" strike="noStrike" cap="none" spc="0" baseline="0">
          <a:solidFill>
            <a:schemeClr val="tx1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2pPr>
      <a:lvl3pPr marL="247050" marR="0" indent="-12285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350" b="0" i="0" u="none" strike="noStrike" cap="none" spc="0" baseline="0">
          <a:solidFill>
            <a:schemeClr val="tx1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3pPr>
      <a:lvl4pPr marL="369900" marR="0" indent="-12285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350" b="0" i="0" u="none" strike="noStrike" cap="none" spc="0" baseline="0">
          <a:solidFill>
            <a:schemeClr val="tx1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4pPr>
      <a:lvl5pPr marL="257175" marR="0" indent="0" algn="l" defTabSz="914400" rtl="0" eaLnBrk="1" latinLnBrk="0" hangingPunct="1">
        <a:lnSpc>
          <a:spcPct val="110000"/>
        </a:lnSpc>
        <a:spcBef>
          <a:spcPts val="1088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691148" marR="0" indent="-145878" algn="l" defTabSz="914400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827112" marR="0" indent="-145878" algn="l" defTabSz="914400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963075" marR="0" indent="-145878" algn="l" defTabSz="914400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099038" marR="0" indent="-145878" algn="l" defTabSz="914400" rtl="0" eaLnBrk="1" latinLnBrk="0" hangingPunct="1">
        <a:lnSpc>
          <a:spcPct val="100000"/>
        </a:lnSpc>
        <a:spcBef>
          <a:spcPts val="1088"/>
        </a:spcBef>
        <a:spcAft>
          <a:spcPts val="0"/>
        </a:spcAft>
        <a:buClrTx/>
        <a:buSzPct val="100000"/>
        <a:buFontTx/>
        <a:buChar char="»"/>
        <a:tabLst/>
        <a:defRPr sz="135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28622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257243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385865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514487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643109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771731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900353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028974" algn="r" defTabSz="68598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8" y="4800602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GB"/>
              <a:t>IBM Data and AI / OpenPages ESG Demonstration 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3" y="4800602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325816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536" r:id="rId1"/>
    <p:sldLayoutId id="2147485537" r:id="rId2"/>
    <p:sldLayoutId id="2147485538" r:id="rId3"/>
    <p:sldLayoutId id="2147485539" r:id="rId4"/>
    <p:sldLayoutId id="2147485540" r:id="rId5"/>
    <p:sldLayoutId id="2147485541" r:id="rId6"/>
    <p:sldLayoutId id="2147485542" r:id="rId7"/>
    <p:sldLayoutId id="2147485543" r:id="rId8"/>
    <p:sldLayoutId id="2147485544" r:id="rId9"/>
    <p:sldLayoutId id="2147485545" r:id="rId10"/>
    <p:sldLayoutId id="2147485546" r:id="rId11"/>
    <p:sldLayoutId id="2147485547" r:id="rId12"/>
    <p:sldLayoutId id="2147485548" r:id="rId13"/>
    <p:sldLayoutId id="2147485549" r:id="rId14"/>
    <p:sldLayoutId id="2147485550" r:id="rId15"/>
    <p:sldLayoutId id="2147485551" r:id="rId16"/>
    <p:sldLayoutId id="2147485552" r:id="rId17"/>
    <p:sldLayoutId id="2147485553" r:id="rId18"/>
    <p:sldLayoutId id="2147485554" r:id="rId19"/>
    <p:sldLayoutId id="2147485555" r:id="rId20"/>
    <p:sldLayoutId id="2147485556" r:id="rId21"/>
    <p:sldLayoutId id="2147485557" r:id="rId22"/>
    <p:sldLayoutId id="2147485558" r:id="rId23"/>
    <p:sldLayoutId id="2147485559" r:id="rId24"/>
    <p:sldLayoutId id="2147485560" r:id="rId25"/>
    <p:sldLayoutId id="2147485561" r:id="rId26"/>
    <p:sldLayoutId id="2147485562" r:id="rId27"/>
    <p:sldLayoutId id="2147485563" r:id="rId28"/>
    <p:sldLayoutId id="2147485564" r:id="rId29"/>
    <p:sldLayoutId id="2147485565" r:id="rId30"/>
    <p:sldLayoutId id="2147485566" r:id="rId31"/>
    <p:sldLayoutId id="2147485567" r:id="rId32"/>
    <p:sldLayoutId id="2147485568" r:id="rId33"/>
    <p:sldLayoutId id="2147485569" r:id="rId34"/>
    <p:sldLayoutId id="2147485570" r:id="rId35"/>
    <p:sldLayoutId id="2147485571" r:id="rId36"/>
    <p:sldLayoutId id="2147485572" r:id="rId37"/>
    <p:sldLayoutId id="2147485573" r:id="rId38"/>
    <p:sldLayoutId id="2147485574" r:id="rId39"/>
    <p:sldLayoutId id="2147485575" r:id="rId40"/>
    <p:sldLayoutId id="2147485576" r:id="rId41"/>
    <p:sldLayoutId id="2147485577" r:id="rId42"/>
    <p:sldLayoutId id="2147485578" r:id="rId43"/>
    <p:sldLayoutId id="2147485579" r:id="rId44"/>
    <p:sldLayoutId id="2147485580" r:id="rId45"/>
    <p:sldLayoutId id="2147485581" r:id="rId46"/>
    <p:sldLayoutId id="2147485583" r:id="rId47"/>
  </p:sldLayoutIdLst>
  <p:hf sldNum="0"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0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65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0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marL="171444" indent="-173728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2pPr>
      <a:lvl3pPr marL="342887" indent="-173728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3pPr>
      <a:lvl4pPr marL="628628" indent="-173728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4pPr>
      <a:lvl5pPr marL="803245" indent="-173728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5pPr>
      <a:lvl6pPr marL="1583642" indent="-129664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195" indent="-129664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745" indent="-129664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298" indent="-129664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03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50" algn="l" defTabSz="725103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03" algn="l" defTabSz="725103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653" algn="l" defTabSz="725103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04" algn="l" defTabSz="725103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756" algn="l" defTabSz="725103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305" algn="l" defTabSz="725103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857" algn="l" defTabSz="725103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408" algn="l" defTabSz="725103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94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7" y="4787901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GB"/>
              <a:t>IBM AI Governance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2" y="4787901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fld id="{3B0B4695-08D1-43F8-892C-C6A50A564BE8}" type="slidenum">
              <a:rPr lang="en-GB" smtClean="0"/>
              <a:t>‹#›</a:t>
            </a:fld>
            <a:endParaRPr lang="en-GB"/>
          </a:p>
        </p:txBody>
      </p:sp>
      <p:grpSp>
        <p:nvGrpSpPr>
          <p:cNvPr id="59" name="Group 1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7744555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592" r:id="rId1"/>
    <p:sldLayoutId id="2147485593" r:id="rId2"/>
    <p:sldLayoutId id="2147485594" r:id="rId3"/>
    <p:sldLayoutId id="2147485595" r:id="rId4"/>
    <p:sldLayoutId id="2147485596" r:id="rId5"/>
    <p:sldLayoutId id="2147485597" r:id="rId6"/>
    <p:sldLayoutId id="2147485598" r:id="rId7"/>
    <p:sldLayoutId id="2147485599" r:id="rId8"/>
    <p:sldLayoutId id="2147485600" r:id="rId9"/>
    <p:sldLayoutId id="2147485601" r:id="rId10"/>
    <p:sldLayoutId id="2147485602" r:id="rId11"/>
    <p:sldLayoutId id="2147485603" r:id="rId12"/>
    <p:sldLayoutId id="2147485604" r:id="rId13"/>
    <p:sldLayoutId id="2147485605" r:id="rId14"/>
    <p:sldLayoutId id="2147485606" r:id="rId15"/>
    <p:sldLayoutId id="2147485607" r:id="rId16"/>
    <p:sldLayoutId id="2147485608" r:id="rId17"/>
    <p:sldLayoutId id="2147485609" r:id="rId18"/>
    <p:sldLayoutId id="2147485610" r:id="rId19"/>
    <p:sldLayoutId id="2147485611" r:id="rId20"/>
    <p:sldLayoutId id="2147485612" r:id="rId21"/>
    <p:sldLayoutId id="2147485613" r:id="rId22"/>
    <p:sldLayoutId id="2147485614" r:id="rId23"/>
    <p:sldLayoutId id="2147485615" r:id="rId24"/>
    <p:sldLayoutId id="2147485616" r:id="rId25"/>
    <p:sldLayoutId id="2147485617" r:id="rId26"/>
    <p:sldLayoutId id="2147485618" r:id="rId27"/>
    <p:sldLayoutId id="2147485619" r:id="rId2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HelvNeue Light for IBM" pitchFamily="34" charset="0"/>
        </a:defRPr>
      </a:lvl5pPr>
      <a:lvl6pPr marL="36255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HelvNeue Light for IBM" pitchFamily="34" charset="0"/>
        </a:defRPr>
      </a:lvl6pPr>
      <a:lvl7pPr marL="72512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HelvNeue Light for IBM" pitchFamily="34" charset="0"/>
        </a:defRPr>
      </a:lvl7pPr>
      <a:lvl8pPr marL="108768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HelvNeue Light for IBM" pitchFamily="34" charset="0"/>
        </a:defRPr>
      </a:lvl8pPr>
      <a:lvl9pPr marL="145024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6D6E70"/>
        </a:buClr>
        <a:buSzPct val="90000"/>
        <a:buFont typeface="Wingdings" pitchFamily="2" charset="2"/>
        <a:buNone/>
        <a:defRPr sz="140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marL="171448" indent="-173732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40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2pPr>
      <a:lvl3pPr marL="342896" indent="-173732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40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3pPr>
      <a:lvl4pPr marL="628643" indent="-173732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400" baseline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4pPr>
      <a:lvl5pPr marL="803265" indent="-173732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chemeClr val="bg1"/>
        </a:buClr>
        <a:buFont typeface=".AppleSystemUIFont" charset="-120"/>
        <a:buChar char="»"/>
        <a:tabLst/>
        <a:defRPr sz="140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5pPr>
      <a:lvl6pPr marL="1583681" indent="-129667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Arial" charset="0"/>
        </a:defRPr>
      </a:lvl6pPr>
      <a:lvl7pPr marL="1946243" indent="-129667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Arial" charset="0"/>
        </a:defRPr>
      </a:lvl7pPr>
      <a:lvl8pPr marL="2308802" indent="-129667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Arial" charset="0"/>
        </a:defRPr>
      </a:lvl8pPr>
      <a:lvl9pPr marL="2671364" indent="-129667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725121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59" algn="l" defTabSz="725121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21" algn="l" defTabSz="725121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680" algn="l" defTabSz="725121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40" algn="l" defTabSz="725121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01" algn="l" defTabSz="725121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359" algn="l" defTabSz="725121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20" algn="l" defTabSz="725121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480" algn="l" defTabSz="725121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5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jerry.shao/developing-intelligent-agents-with-ibm-watsonx-orchestrate-cd027c0f8d6b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3.xml"/><Relationship Id="rId6" Type="http://schemas.openxmlformats.org/officeDocument/2006/relationships/image" Target="../media/image24.png"/><Relationship Id="rId5" Type="http://schemas.openxmlformats.org/officeDocument/2006/relationships/hyperlink" Target="https://us-south.watson-orchestrate.cloud.ibm.com/chat" TargetMode="Externa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546440E-FCC9-87BB-70CF-C29406C32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60" y="-12661"/>
            <a:ext cx="9142040" cy="449980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03242A4-5A7D-859A-0423-0B5001953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285" y="147763"/>
            <a:ext cx="6436658" cy="2357726"/>
          </a:xfrm>
        </p:spPr>
        <p:txBody>
          <a:bodyPr/>
          <a:lstStyle/>
          <a:p>
            <a:r>
              <a:rPr lang="en-US" sz="3200" b="1" dirty="0">
                <a:solidFill>
                  <a:srgbClr val="161616"/>
                </a:solidFill>
              </a:rPr>
              <a:t>Team Transformer Architects</a:t>
            </a:r>
            <a:br>
              <a:rPr lang="en-US" sz="3200" dirty="0">
                <a:solidFill>
                  <a:srgbClr val="161616"/>
                </a:solidFill>
                <a:latin typeface="+mn-lt"/>
              </a:rPr>
            </a:br>
            <a:r>
              <a:rPr lang="en-US" sz="2000" b="1" dirty="0">
                <a:solidFill>
                  <a:srgbClr val="161616"/>
                </a:solidFill>
              </a:rPr>
              <a:t>IBM watsonx Challenge 2025</a:t>
            </a:r>
            <a:endParaRPr lang="en-US" sz="3200" b="1" i="1" dirty="0">
              <a:solidFill>
                <a:srgbClr val="161616"/>
              </a:solidFill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103F562-AA62-6AA8-A4EC-757EBCA8C8A9}"/>
              </a:ext>
            </a:extLst>
          </p:cNvPr>
          <p:cNvSpPr txBox="1">
            <a:spLocks/>
          </p:cNvSpPr>
          <p:nvPr/>
        </p:nvSpPr>
        <p:spPr>
          <a:xfrm>
            <a:off x="120641" y="1207626"/>
            <a:ext cx="6342980" cy="823598"/>
          </a:xfrm>
          <a:prstGeom prst="rect">
            <a:avLst/>
          </a:prstGeom>
        </p:spPr>
        <p:txBody>
          <a:bodyPr lIns="34286" tIns="17143" rIns="34286" bIns="17143" anchor="t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defTabSz="914378">
              <a:lnSpc>
                <a:spcPct val="100000"/>
              </a:lnSpc>
            </a:pPr>
            <a:r>
              <a:rPr lang="en-US" sz="1650" b="1" i="1" kern="0" dirty="0">
                <a:solidFill>
                  <a:schemeClr val="accent1">
                    <a:lumMod val="75000"/>
                  </a:schemeClr>
                </a:solidFill>
                <a:cs typeface="Arial"/>
              </a:rPr>
              <a:t>The future of AI is about agency and productivity</a:t>
            </a:r>
            <a:endParaRPr lang="en-US" sz="1650" b="1" i="1" kern="0" dirty="0">
              <a:solidFill>
                <a:schemeClr val="accent1">
                  <a:lumMod val="75000"/>
                </a:schemeClr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0873C5-E9D5-441A-13E0-1422F000072F}"/>
              </a:ext>
            </a:extLst>
          </p:cNvPr>
          <p:cNvSpPr txBox="1"/>
          <p:nvPr/>
        </p:nvSpPr>
        <p:spPr>
          <a:xfrm>
            <a:off x="120641" y="4481702"/>
            <a:ext cx="7697130" cy="27699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r>
              <a:rPr lang="en-US" sz="1200" dirty="0">
                <a:latin typeface="IBM Plex Sans"/>
              </a:rPr>
              <a:t>Ahmed Sallam, Deniz Askin, Jean Paul </a:t>
            </a:r>
            <a:r>
              <a:rPr lang="en-US" sz="1200" dirty="0" err="1">
                <a:latin typeface="IBM Plex Sans"/>
              </a:rPr>
              <a:t>Tabja</a:t>
            </a:r>
            <a:r>
              <a:rPr lang="en-US" sz="1200" dirty="0">
                <a:latin typeface="IBM Plex Sans"/>
              </a:rPr>
              <a:t>, Jerry Shao, Jonathan Messiha, Mauricio Acosta</a:t>
            </a:r>
            <a:endParaRPr lang="en-US" sz="1200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776E8D77-7EFF-7D97-FDD0-C63B809F8D64}"/>
              </a:ext>
            </a:extLst>
          </p:cNvPr>
          <p:cNvSpPr txBox="1">
            <a:spLocks/>
          </p:cNvSpPr>
          <p:nvPr/>
        </p:nvSpPr>
        <p:spPr>
          <a:xfrm>
            <a:off x="235820" y="4789479"/>
            <a:ext cx="4114800" cy="337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/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000" b="0" i="0" u="none" strike="noStrike" cap="none" spc="0" baseline="0" dirty="0">
                <a:solidFill>
                  <a:schemeClr val="bg1"/>
                </a:solidFill>
                <a:uFillTx/>
                <a:latin typeface="IBM Plex Sans SmBld" panose="020B0703050203000203" pitchFamily="34" charset="0"/>
                <a:ea typeface="IBM Plex Sans SmBld" panose="020B0703050203000203" pitchFamily="34" charset="0"/>
                <a:cs typeface="IBM Plex Sans SmBld" panose="020B0703050203000203" pitchFamily="34" charset="0"/>
                <a:sym typeface="IBM Plex Sans Light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1359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271927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40789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5438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GB" sz="1000" kern="0" dirty="0">
                <a:solidFill>
                  <a:schemeClr val="tx1"/>
                </a:solidFill>
                <a:latin typeface="IBM Plex Sans Light"/>
                <a:ea typeface="+mj-ea"/>
                <a:cs typeface="+mj-cs"/>
              </a:rPr>
              <a:t>August 2025</a:t>
            </a:r>
            <a:endParaRPr lang="en-GB" sz="1000" kern="0" dirty="0">
              <a:solidFill>
                <a:schemeClr val="tx1"/>
              </a:solidFill>
              <a:latin typeface="IBM Plex Sans Light" panose="020B040305020300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5104829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264B4-5560-FD22-9D09-736FCB78A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A77B9A2-7515-6654-ACCC-16F99948BA40}"/>
              </a:ext>
            </a:extLst>
          </p:cNvPr>
          <p:cNvSpPr/>
          <p:nvPr/>
        </p:nvSpPr>
        <p:spPr bwMode="auto">
          <a:xfrm>
            <a:off x="6438" y="1005"/>
            <a:ext cx="2351372" cy="5142160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4281" tIns="34281" rIns="34281" bIns="34281" numCol="1" rtlCol="0" anchor="t" anchorCtr="0" compatLnSpc="1">
            <a:prstTxWarp prst="textNoShape">
              <a:avLst/>
            </a:prstTxWarp>
          </a:bodyPr>
          <a:lstStyle/>
          <a:p>
            <a:pPr defTabSz="342904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525" dirty="0">
              <a:solidFill>
                <a:srgbClr val="FFFFFF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40CBA-B73A-9C2B-196D-43ABBFD1E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144765"/>
            <a:ext cx="1808147" cy="1837597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Use Case: TFSA “Smart-Banking” Demo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b="1" dirty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D06ECC-29CC-B8A2-317C-0D43365DE60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13651" y="0"/>
            <a:ext cx="6649074" cy="34709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BB580F-1948-59A6-EA3B-FF1E9E2B3496}"/>
              </a:ext>
            </a:extLst>
          </p:cNvPr>
          <p:cNvSpPr txBox="1"/>
          <p:nvPr/>
        </p:nvSpPr>
        <p:spPr>
          <a:xfrm>
            <a:off x="2528792" y="3491893"/>
            <a:ext cx="6533933" cy="1384995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r>
              <a:rPr lang="en-US" sz="1200" kern="0" dirty="0">
                <a:solidFill>
                  <a:srgbClr val="000000"/>
                </a:solidFill>
                <a:latin typeface="IBM Plex Sans Light" panose="020B0403050203000203" pitchFamily="34" charset="0"/>
                <a:ea typeface="+mj-ea"/>
                <a:cs typeface="+mj-cs"/>
                <a:sym typeface="IBM Plex Sans Light"/>
              </a:rPr>
              <a:t>Three core value propositions: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0" dirty="0">
                <a:solidFill>
                  <a:srgbClr val="000000"/>
                </a:solidFill>
                <a:latin typeface="IBM Plex Sans Light" panose="020B0403050203000203" pitchFamily="34" charset="0"/>
                <a:ea typeface="+mj-ea"/>
                <a:cs typeface="+mj-cs"/>
                <a:sym typeface="IBM Plex Sans Light"/>
              </a:rPr>
              <a:t>Real-time Compliance</a:t>
            </a:r>
            <a:r>
              <a:rPr lang="en-US" sz="1200" kern="0" dirty="0">
                <a:solidFill>
                  <a:srgbClr val="000000"/>
                </a:solidFill>
                <a:latin typeface="IBM Plex Sans Light" panose="020B0403050203000203" pitchFamily="34" charset="0"/>
                <a:ea typeface="+mj-ea"/>
                <a:cs typeface="+mj-cs"/>
                <a:sym typeface="IBM Plex Sans Light"/>
              </a:rPr>
              <a:t> - Validates actions against live CRA regulations using policy agents trained on regulatory documents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0" dirty="0">
                <a:solidFill>
                  <a:srgbClr val="000000"/>
                </a:solidFill>
                <a:latin typeface="IBM Plex Sans Light" panose="020B0403050203000203" pitchFamily="34" charset="0"/>
                <a:ea typeface="+mj-ea"/>
                <a:cs typeface="+mj-cs"/>
                <a:sym typeface="IBM Plex Sans Light"/>
              </a:rPr>
              <a:t>Personalized Guidance</a:t>
            </a:r>
            <a:r>
              <a:rPr lang="en-US" sz="1200" kern="0" dirty="0">
                <a:solidFill>
                  <a:srgbClr val="000000"/>
                </a:solidFill>
                <a:latin typeface="IBM Plex Sans Light" panose="020B0403050203000203" pitchFamily="34" charset="0"/>
                <a:ea typeface="+mj-ea"/>
                <a:cs typeface="+mj-cs"/>
                <a:sym typeface="IBM Plex Sans Light"/>
              </a:rPr>
              <a:t> - Calculates contribution room using individual financial profiles and simulates tax implications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0" dirty="0">
                <a:solidFill>
                  <a:srgbClr val="000000"/>
                </a:solidFill>
                <a:latin typeface="IBM Plex Sans Light" panose="020B0403050203000203" pitchFamily="34" charset="0"/>
                <a:ea typeface="+mj-ea"/>
                <a:cs typeface="+mj-cs"/>
                <a:sym typeface="IBM Plex Sans Light"/>
              </a:rPr>
              <a:t>Seamless Execution</a:t>
            </a:r>
            <a:r>
              <a:rPr lang="en-US" sz="1200" kern="0" dirty="0">
                <a:solidFill>
                  <a:srgbClr val="000000"/>
                </a:solidFill>
                <a:latin typeface="IBM Plex Sans Light" panose="020B0403050203000203" pitchFamily="34" charset="0"/>
                <a:ea typeface="+mj-ea"/>
                <a:cs typeface="+mj-cs"/>
                <a:sym typeface="IBM Plex Sans Light"/>
              </a:rPr>
              <a:t> - Processes transactions with bank-grade security while generating FINTRAC-compliant audit trails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FAADCDD-3722-5679-9D4D-2748FBB7ED8C}"/>
              </a:ext>
            </a:extLst>
          </p:cNvPr>
          <p:cNvSpPr txBox="1">
            <a:spLocks/>
          </p:cNvSpPr>
          <p:nvPr/>
        </p:nvSpPr>
        <p:spPr>
          <a:xfrm>
            <a:off x="8826948" y="4851769"/>
            <a:ext cx="101577" cy="9232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80">
              <a:defRPr/>
            </a:pPr>
            <a:fld id="{86CB4B4D-7CA3-9044-876B-883B54F8677D}" type="slidenum">
              <a:rPr lang="en-US" sz="600">
                <a:solidFill>
                  <a:srgbClr val="000000"/>
                </a:solidFill>
              </a:rPr>
              <a:pPr defTabSz="685880">
                <a:defRPr/>
              </a:pPr>
              <a:t>2</a:t>
            </a:fld>
            <a:endParaRPr lang="en-US" sz="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20081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 descr="Blue 10 quarter slide background">
            <a:extLst>
              <a:ext uri="{FF2B5EF4-FFF2-40B4-BE49-F238E27FC236}">
                <a16:creationId xmlns:a16="http://schemas.microsoft.com/office/drawing/2014/main" id="{67142D5F-F536-D06B-595C-C61A9C576694}"/>
              </a:ext>
            </a:extLst>
          </p:cNvPr>
          <p:cNvSpPr/>
          <p:nvPr/>
        </p:nvSpPr>
        <p:spPr bwMode="auto">
          <a:xfrm>
            <a:off x="595" y="1005"/>
            <a:ext cx="2285405" cy="5142161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4281" tIns="34281" rIns="34281" bIns="34281" numCol="1" rtlCol="0" anchor="t" anchorCtr="0" compatLnSpc="1">
            <a:prstTxWarp prst="textNoShape">
              <a:avLst/>
            </a:prstTxWarp>
          </a:bodyPr>
          <a:lstStyle/>
          <a:p>
            <a:pPr defTabSz="34283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525">
              <a:solidFill>
                <a:srgbClr val="FFFFFF"/>
              </a:solidFill>
              <a:latin typeface="IBM Plex Sans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870363-240E-6412-06B9-35E6EAFFCFCE}"/>
              </a:ext>
            </a:extLst>
          </p:cNvPr>
          <p:cNvSpPr txBox="1"/>
          <p:nvPr/>
        </p:nvSpPr>
        <p:spPr>
          <a:xfrm>
            <a:off x="112342" y="1260456"/>
            <a:ext cx="2173657" cy="323165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IBM Plex Sans Light" panose="020B0403050203000203" pitchFamily="34" charset="0"/>
                <a:ea typeface="+mj-ea"/>
                <a:cs typeface="+mj-cs"/>
                <a:sym typeface="IBM Plex Sans Light"/>
              </a:rPr>
              <a:t>User Query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IBM Plex Sans Light" panose="020B0403050203000203" pitchFamily="34" charset="0"/>
                <a:ea typeface="+mj-ea"/>
                <a:cs typeface="+mj-cs"/>
                <a:sym typeface="IBM Plex Sans Light"/>
              </a:rPr>
              <a:t>Classification Agent - Route to specialist:  </a:t>
            </a:r>
          </a:p>
          <a:p>
            <a:pPr marL="514441" lvl="1" indent="-171450">
              <a:buFont typeface="Courier New" panose="02070309020205020404" pitchFamily="49" charset="0"/>
              <a:buChar char="o"/>
            </a:pPr>
            <a:r>
              <a:rPr lang="en-US" sz="1200" b="1" kern="0" dirty="0">
                <a:solidFill>
                  <a:srgbClr val="000000"/>
                </a:solidFill>
                <a:latin typeface="IBM Plex Sans Light" panose="020B0403050203000203" pitchFamily="34" charset="0"/>
                <a:ea typeface="+mj-ea"/>
                <a:cs typeface="+mj-cs"/>
                <a:sym typeface="IBM Plex Sans Light"/>
              </a:rPr>
              <a:t>Policy Agent</a:t>
            </a:r>
            <a:r>
              <a:rPr lang="en-US" sz="1200" kern="0" dirty="0">
                <a:solidFill>
                  <a:srgbClr val="000000"/>
                </a:solidFill>
                <a:latin typeface="IBM Plex Sans Light" panose="020B0403050203000203" pitchFamily="34" charset="0"/>
                <a:ea typeface="+mj-ea"/>
                <a:cs typeface="+mj-cs"/>
                <a:sym typeface="IBM Plex Sans Light"/>
              </a:rPr>
              <a:t> – live CRA rules  </a:t>
            </a:r>
          </a:p>
          <a:p>
            <a:pPr marL="514441" lvl="1" indent="-171450">
              <a:buFont typeface="Courier New" panose="02070309020205020404" pitchFamily="49" charset="0"/>
              <a:buChar char="o"/>
            </a:pPr>
            <a:r>
              <a:rPr lang="en-US" sz="1200" b="1" kern="0" dirty="0">
                <a:solidFill>
                  <a:srgbClr val="000000"/>
                </a:solidFill>
                <a:latin typeface="IBM Plex Sans Light" panose="020B0403050203000203" pitchFamily="34" charset="0"/>
                <a:ea typeface="+mj-ea"/>
                <a:cs typeface="+mj-cs"/>
                <a:sym typeface="IBM Plex Sans Light"/>
              </a:rPr>
              <a:t>Calculation Agent</a:t>
            </a:r>
            <a:r>
              <a:rPr lang="en-US" sz="1200" kern="0" dirty="0">
                <a:solidFill>
                  <a:srgbClr val="000000"/>
                </a:solidFill>
                <a:latin typeface="IBM Plex Sans Light" panose="020B0403050203000203" pitchFamily="34" charset="0"/>
                <a:ea typeface="+mj-ea"/>
                <a:cs typeface="+mj-cs"/>
                <a:sym typeface="IBM Plex Sans Light"/>
              </a:rPr>
              <a:t> – personalized room  </a:t>
            </a:r>
          </a:p>
          <a:p>
            <a:pPr marL="514441" lvl="1" indent="-171450">
              <a:buFont typeface="Courier New" panose="02070309020205020404" pitchFamily="49" charset="0"/>
              <a:buChar char="o"/>
            </a:pPr>
            <a:r>
              <a:rPr lang="en-US" sz="1200" b="1" kern="0" dirty="0">
                <a:solidFill>
                  <a:srgbClr val="000000"/>
                </a:solidFill>
                <a:latin typeface="IBM Plex Sans Light" panose="020B0403050203000203" pitchFamily="34" charset="0"/>
                <a:ea typeface="+mj-ea"/>
                <a:cs typeface="+mj-cs"/>
                <a:sym typeface="IBM Plex Sans Light"/>
              </a:rPr>
              <a:t>Transaction Agent</a:t>
            </a:r>
            <a:r>
              <a:rPr lang="en-US" sz="1200" kern="0" dirty="0">
                <a:solidFill>
                  <a:srgbClr val="000000"/>
                </a:solidFill>
                <a:latin typeface="IBM Plex Sans Light" panose="020B0403050203000203" pitchFamily="34" charset="0"/>
                <a:ea typeface="+mj-ea"/>
                <a:cs typeface="+mj-cs"/>
                <a:sym typeface="IBM Plex Sans Light"/>
              </a:rPr>
              <a:t> – bank-grade execution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IBM Plex Sans Light" panose="020B0403050203000203" pitchFamily="34" charset="0"/>
                <a:ea typeface="+mj-ea"/>
                <a:cs typeface="+mj-cs"/>
                <a:sym typeface="IBM Plex Sans Light"/>
              </a:rPr>
              <a:t>Orchestrator stitches answers → user</a:t>
            </a:r>
          </a:p>
          <a:p>
            <a:endParaRPr lang="en-US" sz="1200" kern="0" dirty="0">
              <a:solidFill>
                <a:srgbClr val="000000"/>
              </a:solidFill>
              <a:latin typeface="IBM Plex Sans Light" panose="020B0403050203000203" pitchFamily="34" charset="0"/>
              <a:ea typeface="+mj-ea"/>
              <a:cs typeface="+mj-cs"/>
              <a:sym typeface="IBM Plex Sans Light"/>
            </a:endParaRPr>
          </a:p>
          <a:p>
            <a:r>
              <a:rPr lang="en-US" sz="1200" b="1" kern="0" dirty="0">
                <a:solidFill>
                  <a:srgbClr val="000000"/>
                </a:solidFill>
                <a:latin typeface="IBM Plex Sans Light" panose="020B0403050203000203" pitchFamily="34" charset="0"/>
                <a:ea typeface="+mj-ea"/>
                <a:cs typeface="+mj-cs"/>
                <a:sym typeface="IBM Plex Sans Light"/>
              </a:rPr>
              <a:t>Tools used: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0" dirty="0" err="1">
                <a:solidFill>
                  <a:srgbClr val="000000"/>
                </a:solidFill>
                <a:latin typeface="IBM Plex Sans Light" panose="020B0403050203000203" pitchFamily="34" charset="0"/>
                <a:ea typeface="+mj-ea"/>
                <a:cs typeface="+mj-cs"/>
                <a:sym typeface="IBM Plex Sans Light"/>
              </a:rPr>
              <a:t>search_cra_tfsa_police</a:t>
            </a:r>
            <a:endParaRPr lang="en-US" sz="1200" kern="0" dirty="0">
              <a:solidFill>
                <a:srgbClr val="000000"/>
              </a:solidFill>
              <a:latin typeface="IBM Plex Sans Light" panose="020B0403050203000203" pitchFamily="34" charset="0"/>
              <a:ea typeface="+mj-ea"/>
              <a:cs typeface="+mj-cs"/>
              <a:sym typeface="IBM Plex Sans Ligh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0" dirty="0" err="1">
                <a:solidFill>
                  <a:srgbClr val="000000"/>
                </a:solidFill>
                <a:latin typeface="IBM Plex Sans Light" panose="020B0403050203000203" pitchFamily="34" charset="0"/>
                <a:ea typeface="+mj-ea"/>
                <a:cs typeface="+mj-cs"/>
                <a:sym typeface="IBM Plex Sans Light"/>
              </a:rPr>
              <a:t>calculate_contribution_room</a:t>
            </a:r>
            <a:endParaRPr lang="en-US" sz="1200" kern="0" dirty="0">
              <a:solidFill>
                <a:srgbClr val="000000"/>
              </a:solidFill>
              <a:latin typeface="IBM Plex Sans Light" panose="020B0403050203000203" pitchFamily="34" charset="0"/>
              <a:ea typeface="+mj-ea"/>
              <a:cs typeface="+mj-cs"/>
              <a:sym typeface="IBM Plex Sans Ligh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0" dirty="0" err="1">
                <a:solidFill>
                  <a:srgbClr val="000000"/>
                </a:solidFill>
                <a:latin typeface="IBM Plex Sans Light" panose="020B0403050203000203" pitchFamily="34" charset="0"/>
                <a:ea typeface="+mj-ea"/>
                <a:cs typeface="+mj-cs"/>
                <a:sym typeface="IBM Plex Sans Light"/>
              </a:rPr>
              <a:t>execute_tfsa_contribution</a:t>
            </a:r>
            <a:endParaRPr lang="en-US" sz="2700" dirty="0">
              <a:latin typeface="IBM Plex Sans Light" panose="020B040305020300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30F6EF-9577-E32A-3341-DF9EE6F25654}"/>
              </a:ext>
            </a:extLst>
          </p:cNvPr>
          <p:cNvSpPr txBox="1">
            <a:spLocks/>
          </p:cNvSpPr>
          <p:nvPr/>
        </p:nvSpPr>
        <p:spPr>
          <a:xfrm>
            <a:off x="210880" y="201477"/>
            <a:ext cx="1863769" cy="1058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 marL="0" marR="0" indent="0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181248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362497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543744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724993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>
              <a:defRPr sz="2200"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Architecture Behind the Magic</a:t>
            </a:r>
            <a:endParaRPr lang="en-US" sz="1800" b="1" kern="0" dirty="0"/>
          </a:p>
        </p:txBody>
      </p:sp>
      <p:pic>
        <p:nvPicPr>
          <p:cNvPr id="8" name="Picture 7" descr="A diagram of a company&#10;&#10;AI-generated content may be incorrect.">
            <a:extLst>
              <a:ext uri="{FF2B5EF4-FFF2-40B4-BE49-F238E27FC236}">
                <a16:creationId xmlns:a16="http://schemas.microsoft.com/office/drawing/2014/main" id="{27B46949-B90A-842A-57E9-7276CA573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999" y="-334"/>
            <a:ext cx="5395729" cy="51435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9D8A80-46E7-35B0-53D5-E4027B307BBF}"/>
              </a:ext>
            </a:extLst>
          </p:cNvPr>
          <p:cNvSpPr txBox="1">
            <a:spLocks/>
          </p:cNvSpPr>
          <p:nvPr/>
        </p:nvSpPr>
        <p:spPr>
          <a:xfrm>
            <a:off x="8826948" y="4851769"/>
            <a:ext cx="101577" cy="9232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80">
              <a:defRPr/>
            </a:pPr>
            <a:fld id="{86CB4B4D-7CA3-9044-876B-883B54F8677D}" type="slidenum">
              <a:rPr lang="en-US" sz="600">
                <a:solidFill>
                  <a:srgbClr val="000000"/>
                </a:solidFill>
              </a:rPr>
              <a:pPr defTabSz="685880">
                <a:defRPr/>
              </a:pPr>
              <a:t>3</a:t>
            </a:fld>
            <a:endParaRPr lang="en-US" sz="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49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D33B0-6451-F671-0DFA-55E8A21B6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 descr="Blue 10 quarter slide background">
            <a:extLst>
              <a:ext uri="{FF2B5EF4-FFF2-40B4-BE49-F238E27FC236}">
                <a16:creationId xmlns:a16="http://schemas.microsoft.com/office/drawing/2014/main" id="{2E7BEF3A-E803-ADF7-3360-938041EA7230}"/>
              </a:ext>
            </a:extLst>
          </p:cNvPr>
          <p:cNvSpPr/>
          <p:nvPr/>
        </p:nvSpPr>
        <p:spPr bwMode="auto">
          <a:xfrm>
            <a:off x="595" y="1005"/>
            <a:ext cx="2285405" cy="5142161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4281" tIns="34281" rIns="34281" bIns="34281" numCol="1" rtlCol="0" anchor="t" anchorCtr="0" compatLnSpc="1">
            <a:prstTxWarp prst="textNoShape">
              <a:avLst/>
            </a:prstTxWarp>
          </a:bodyPr>
          <a:lstStyle/>
          <a:p>
            <a:pPr defTabSz="34283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525">
              <a:solidFill>
                <a:srgbClr val="FFFFFF"/>
              </a:solidFill>
              <a:latin typeface="IBM Plex Sans Ligh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07817A-6B08-2156-FF8B-B876D1086294}"/>
              </a:ext>
            </a:extLst>
          </p:cNvPr>
          <p:cNvSpPr txBox="1">
            <a:spLocks/>
          </p:cNvSpPr>
          <p:nvPr/>
        </p:nvSpPr>
        <p:spPr>
          <a:xfrm>
            <a:off x="210880" y="201477"/>
            <a:ext cx="1863769" cy="1058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 marL="0" marR="0" indent="0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181248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362497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543744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724993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>
              <a:defRPr sz="2200"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5-Minute Build &amp; Deploy</a:t>
            </a:r>
            <a:endParaRPr lang="en-US" sz="1800" b="1" kern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DDC7A6-E895-41DE-28CB-60F8162231F6}"/>
              </a:ext>
            </a:extLst>
          </p:cNvPr>
          <p:cNvSpPr txBox="1"/>
          <p:nvPr/>
        </p:nvSpPr>
        <p:spPr>
          <a:xfrm>
            <a:off x="2465497" y="291377"/>
            <a:ext cx="6439576" cy="1384995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defTabSz="2438400">
              <a:buSzPct val="100000"/>
            </a:pPr>
            <a:r>
              <a:rPr lang="en-US" sz="1400" b="1" dirty="0">
                <a:cs typeface="Arial" panose="020B0604020202020204" pitchFamily="34" charset="0"/>
              </a:rPr>
              <a:t>Deployment Steps</a:t>
            </a:r>
          </a:p>
          <a:p>
            <a:pPr marL="342900" indent="-342900" defTabSz="2438400">
              <a:buSzPct val="100000"/>
              <a:buFont typeface="+mj-lt"/>
              <a:buAutoNum type="arabicPeriod"/>
            </a:pPr>
            <a:r>
              <a:rPr lang="en-US" sz="1400" dirty="0">
                <a:cs typeface="Arial" panose="020B0604020202020204" pitchFamily="34" charset="0"/>
              </a:rPr>
              <a:t>`pip install </a:t>
            </a:r>
            <a:r>
              <a:rPr lang="en-US" sz="1400" dirty="0" err="1">
                <a:cs typeface="Arial" panose="020B0604020202020204" pitchFamily="34" charset="0"/>
              </a:rPr>
              <a:t>ibm</a:t>
            </a:r>
            <a:r>
              <a:rPr lang="en-US" sz="1400" dirty="0">
                <a:cs typeface="Arial" panose="020B0604020202020204" pitchFamily="34" charset="0"/>
              </a:rPr>
              <a:t>-watsonx-orchestrate`</a:t>
            </a:r>
          </a:p>
          <a:p>
            <a:pPr marL="342900" indent="-342900" defTabSz="2438400">
              <a:buSzPct val="100000"/>
              <a:buFont typeface="+mj-lt"/>
              <a:buAutoNum type="arabicPeriod"/>
            </a:pPr>
            <a:r>
              <a:rPr lang="en-US" sz="1400" dirty="0">
                <a:cs typeface="Arial" panose="020B0604020202020204" pitchFamily="34" charset="0"/>
              </a:rPr>
              <a:t>`orchestrate env add …`  (connect cloud)</a:t>
            </a:r>
          </a:p>
          <a:p>
            <a:pPr marL="342900" indent="-342900" defTabSz="2438400">
              <a:buSzPct val="100000"/>
              <a:buFont typeface="+mj-lt"/>
              <a:buAutoNum type="arabicPeriod"/>
            </a:pPr>
            <a:r>
              <a:rPr lang="en-US" sz="1400" dirty="0">
                <a:cs typeface="Arial" panose="020B0604020202020204" pitchFamily="34" charset="0"/>
              </a:rPr>
              <a:t>`orchestrate connections import </a:t>
            </a:r>
            <a:r>
              <a:rPr lang="en-US" sz="1400" dirty="0" err="1">
                <a:cs typeface="Arial" panose="020B0604020202020204" pitchFamily="34" charset="0"/>
              </a:rPr>
              <a:t>tavily_search.yaml</a:t>
            </a:r>
            <a:r>
              <a:rPr lang="en-US" sz="1400" dirty="0">
                <a:cs typeface="Arial" panose="020B0604020202020204" pitchFamily="34" charset="0"/>
              </a:rPr>
              <a:t>`</a:t>
            </a:r>
          </a:p>
          <a:p>
            <a:pPr marL="342900" indent="-342900" defTabSz="2438400">
              <a:buSzPct val="100000"/>
              <a:buFont typeface="+mj-lt"/>
              <a:buAutoNum type="arabicPeriod"/>
            </a:pPr>
            <a:r>
              <a:rPr lang="en-US" sz="1400" dirty="0">
                <a:cs typeface="Arial" panose="020B0604020202020204" pitchFamily="34" charset="0"/>
              </a:rPr>
              <a:t>`orchestrate tools import </a:t>
            </a:r>
            <a:r>
              <a:rPr lang="en-US" sz="1400" dirty="0" err="1">
                <a:cs typeface="Arial" panose="020B0604020202020204" pitchFamily="34" charset="0"/>
              </a:rPr>
              <a:t>tools.py</a:t>
            </a:r>
            <a:r>
              <a:rPr lang="en-US" sz="1400" dirty="0">
                <a:cs typeface="Arial" panose="020B0604020202020204" pitchFamily="34" charset="0"/>
              </a:rPr>
              <a:t>`</a:t>
            </a:r>
          </a:p>
          <a:p>
            <a:pPr marL="342900" indent="-342900" defTabSz="2438400">
              <a:buSzPct val="100000"/>
              <a:buFont typeface="+mj-lt"/>
              <a:buAutoNum type="arabicPeriod"/>
            </a:pPr>
            <a:r>
              <a:rPr lang="en-US" sz="1400" dirty="0">
                <a:cs typeface="Arial" panose="020B0604020202020204" pitchFamily="34" charset="0"/>
              </a:rPr>
              <a:t>`orchestrate agents import *.</a:t>
            </a:r>
            <a:r>
              <a:rPr lang="en-US" sz="1400" dirty="0" err="1">
                <a:cs typeface="Arial" panose="020B0604020202020204" pitchFamily="34" charset="0"/>
              </a:rPr>
              <a:t>yaml</a:t>
            </a:r>
            <a:r>
              <a:rPr lang="en-US" sz="1400" dirty="0">
                <a:cs typeface="Arial" panose="020B0604020202020204" pitchFamily="34" charset="0"/>
              </a:rPr>
              <a:t>` → chat ready!</a:t>
            </a:r>
          </a:p>
        </p:txBody>
      </p:sp>
      <p:pic>
        <p:nvPicPr>
          <p:cNvPr id="4" name="Picture 3">
            <a:hlinkClick r:id="rId3"/>
            <a:extLst>
              <a:ext uri="{FF2B5EF4-FFF2-40B4-BE49-F238E27FC236}">
                <a16:creationId xmlns:a16="http://schemas.microsoft.com/office/drawing/2014/main" id="{BCDEB289-C241-75BF-B066-FC92EECD350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282" y="1460928"/>
            <a:ext cx="2191426" cy="263802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hlinkClick r:id="rId5"/>
            <a:extLst>
              <a:ext uri="{FF2B5EF4-FFF2-40B4-BE49-F238E27FC236}">
                <a16:creationId xmlns:a16="http://schemas.microsoft.com/office/drawing/2014/main" id="{77742386-F7CE-F064-6EAA-B798C83C1A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7559" y="1812093"/>
            <a:ext cx="3427514" cy="25993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E7E2C0-602B-174D-D641-0E966CD5D249}"/>
              </a:ext>
            </a:extLst>
          </p:cNvPr>
          <p:cNvSpPr txBox="1"/>
          <p:nvPr/>
        </p:nvSpPr>
        <p:spPr>
          <a:xfrm>
            <a:off x="2493544" y="1810442"/>
            <a:ext cx="2776471" cy="1938992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defTabSz="2438400">
              <a:buSzPct val="100000"/>
            </a:pPr>
            <a:r>
              <a:rPr lang="en-US" sz="1200" b="1" dirty="0">
                <a:cs typeface="Arial" panose="020B0604020202020204" pitchFamily="34" charset="0"/>
              </a:rPr>
              <a:t>Test:</a:t>
            </a:r>
          </a:p>
          <a:p>
            <a:pPr marL="171450" indent="-171450" defTabSz="243840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“What are the annual dollar limits for each year of TSFA?”</a:t>
            </a:r>
          </a:p>
          <a:p>
            <a:pPr marL="171450" indent="-171450" defTabSz="243840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“What are the overcontribution penalty policies?”</a:t>
            </a:r>
          </a:p>
          <a:p>
            <a:pPr marL="171450" indent="-171450" defTabSz="243840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“What are withdrawal rules?”</a:t>
            </a:r>
          </a:p>
          <a:p>
            <a:pPr marL="171450" indent="-171450" defTabSz="243840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“I want to contribute to my TFSA”</a:t>
            </a:r>
          </a:p>
          <a:p>
            <a:pPr marL="171450" indent="-171450" defTabSz="243840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“My user ID is user_123. What is my contribution room for 2025?”</a:t>
            </a:r>
          </a:p>
          <a:p>
            <a:pPr marL="171450" indent="-171450" defTabSz="243840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cs typeface="Arial" panose="020B0604020202020204" pitchFamily="34" charset="0"/>
              </a:rPr>
              <a:t>“Yes, I want to contribute $2000”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C073AF34-1558-8C16-F652-5B4EE3AB8FA6}"/>
              </a:ext>
            </a:extLst>
          </p:cNvPr>
          <p:cNvSpPr txBox="1">
            <a:spLocks/>
          </p:cNvSpPr>
          <p:nvPr/>
        </p:nvSpPr>
        <p:spPr>
          <a:xfrm>
            <a:off x="8826948" y="4851769"/>
            <a:ext cx="101577" cy="9232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80">
              <a:defRPr/>
            </a:pPr>
            <a:fld id="{86CB4B4D-7CA3-9044-876B-883B54F8677D}" type="slidenum">
              <a:rPr lang="en-US" sz="600">
                <a:solidFill>
                  <a:srgbClr val="000000"/>
                </a:solidFill>
              </a:rPr>
              <a:pPr defTabSz="685880">
                <a:defRPr/>
              </a:pPr>
              <a:t>4</a:t>
            </a:fld>
            <a:endParaRPr lang="en-US" sz="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739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CREPORTVERSION" val="8.3"/>
  <p:tag name="COGNOS_OFFICE_NEXT_REPORT_ID" val="3"/>
  <p:tag name="COGNOS_OFFICE_CONNECTION_REPORTS" val="AAEAAAD/////AQAAAAAAAAAEAQAAABxTeXN0ZW0uQ29sbGVjdGlvbnMuSGFzaHRhYmxlBwAAAApMb2FkRmFjdG9yB1ZlcnNpb24IQ29tcGFyZXIQSGFzaENvZGVQcm92aWRlcghIYXNoU2l6ZQRLZXlzBlZhbHVlcwAAAwMABQULCBxTeXN0ZW0uQ29sbGVjdGlvbnMuSUNvbXBhcmVyJFN5c3RlbS5Db2xsZWN0aW9ucy5JSGFzaENvZGVQcm92aWRlcgjsUTg/AgAAAAoKAwAAAAkCAAAACQMAAAAQAgAAAAIAAAAGBAAAACQyMzhmMzkzOS04MzBiLTRjNmMtYTE2ZC0wYzE2YWU5ZGRhZTgGBQAAACQ1MDcwMDRiNi0zOTcxLTRlNGQtYThmNS05Yzk3ZjdiYWQzMzYQAwAAAAIAAAAJBgAAAAkHAAAADAgAAABcQ29nbm9zT2ZmaWNlQ29ubmVjdGlvbiwgVmVyc2lvbj0xMS4wLjAuMTI0LCBDdWx0dXJlPW5ldXRyYWwsIFB1YmxpY0tleVRva2VuPWQ2ZTZkN2Q4MDhiN2U1YjcFBgAAACNDb2dub3MuQ09DLkVuZ2luZS5SZXBvcnREYXRhLlJlcG9ydB8AAAAXbV9TdXBwb3J0U29mdFBhZ2VCcmVha3MIbV9MYXlvdXQNbV9WZXJzaW9uVHlwZQ1tX1ZlcnNpb25OYW1lEG1fQ3VycmVudFZlcnNpb24KbV9CdXJzdEtleQttX0RTVmVyc2lvbg9tX0RhdGFTb3VyY2VVUkwPbV9QYWdlQnJlYWtUeXBlD21fU3RhcnRMb2NhdGlvbhBtX0JvdHRvbUxvY2F0aW9uCW1fUHJvbXB0cw1tX1JlcG9ydF9UeXBlDG1fVW5pcXVlTmFtZQZtX0dVSUQEbV9JRA1tX0xhc3RVcGRhdGVkBm1fTmFtZQdtX1BhZ2VzEG1fUG9ydGFsUHJvdmlkZXISbV9Qb3J0YWxQcm92aWRlcklEEG1fUG9ydGFsUmVwb3J0SUQObV9QUFNlYXJjaFBhdGgSbV9Qb3J0YWxSZXBvcnROYW1lBm1fVHlwZQVtX1VSTAttX1Byb3BfTmFtZRVtX1Byb3BfUG9ydGFsUHJvdmlkZXINbV9Jc0Rhc2hib2FyZBVtX0Rhc2hib2FyZFJlcG9ydE5hbWUMbV9Jc0VtYmVkZGVkAAQEAQEBAAEEAQECBAEBAQABAwEBAQEBAQEBAQACAAEnQ29nbm9zLkNPQy5EYXRhU291cmNlLlJlcG9ydERhdGEuTGF5b3V0CAAAAC5Db2dub3MuQ09DLkVuZ2luZS5SZXBvcnREYXRhLlJlcG9ydFZlcnNpb25UeXBlCAAAAAgwQ29nbm9zLkNPQy5FbmdpbmUuUmVwb3J0RGF0YS5SZXBvcnRQYWdlQnJlYWtUeXBlCAAAACdDb2dub3MuQ09DLkVuZ2luZS5SZXBvcnREYXRhLlBvcnRhbEVudW0IAAAACRxTeXN0ZW0uQ29sbGVjdGlvbnMuQXJyYXlMaXN0AQEIAAAAAAkJAAAABfb///8uQ29nbm9zLkNPQy5FbmdpbmUuUmVwb3J0RGF0YS5SZXBvcnRWZXJzaW9uVHlwZQEAAAAHdmFsdWVfXwAICAAAAAAAAAAGCwAAAAAGDAAAAANSdW4JCwAAAAAAAAAGDgAAAEVodHRwOi8vbmE0LnNlcnZpY2VzLmNsb3VkLnRlY2h6b25lLmlibS5jb206MjU4OTgvaWJtY29nbm9zL2JpL3YxL2Rpc3AF8f///zBDb2dub3MuQ09DLkVuZ2luZS5SZXBvcnREYXRhLlJlcG9ydFBhZ2VCcmVha1R5cGUBAAAAB3ZhbHVlX18ACAgAAAAAAAAACQsAAAAJCwAAAAoF7////ydDb2dub3MuQ09DLkVuZ2luZS5SZXBvcnREYXRhLlBvcnRhbEVudW0BAAAAB3ZhbHVlX18ACAgAAABAAAAABhIAAAAGX1JpZF8xCQQAAAAJCwAAABkhYslW2NoBBhUAAAAYUmVnaW9uYWwgUmlza3MgYnkgUmF0aW5nCRYAAAAJCwAAAAYYAAAAE0NvZ25vcyBDb25uZWN0aW9uIDEGGQAAAGMvY29udGVudC9mb2xkZXJbQG5hbWU9J1Zpc2lvbiAyMDI0J10vZm9sZGVyW0BuYW1lPSdSaXNrcyddL3JlcG9ydFtAbmFtZT0nUmVnaW9uYWwgUmlza3MgYnkgUmF0aW5nJ10JCwAAAAkVAAAACQsAAAAJCwAAAAkVAAAACRgAAAAACgABBwAAAAYAAAAACR8AAAAB4P////b///8AAAAACQsAAAAGIgAAAANSdW4JCwAAAAAAAAAJDgAAAAHb////8f///wAAAAAJCwAAAAkLAAAACgHZ////7////0AAAAAGKAAAAAZfUmlkXzIJBQAAAAkLAAAAvZQd2FbY2gEGKwAAABhMb3NzZXMgYnkgQ2F0ZWdvcnkgZG9udXQJLAAAAAkLAAAACRgAAAAGLwAAAGQvY29udGVudC9mb2xkZXJbQG5hbWU9J1Zpc2lvbiAyMDI0J10vZm9sZGVyW0BuYW1lPSdMb3NzZXMnXS9yZXBvcnRbQG5hbWU9J0xvc3NlcyBieSBDYXRlZ29yeSBkb251dCddCQsAAAAJKwAAAAkLAAAACQsAAAAJKwAAAAkYAAAAAAoABQkAAAAnQ29nbm9zLkNPQy5EYXRhU291cmNlLlJlcG9ydERhdGEuTGF5b3V0AgAAAAlrZXlWYWx1ZXMGYmxvY2tzBgQuQ29nbm9zLkNPQy5EYXRhU291cmNlLlJlcG9ydERhdGEuTGF5b3V0QmxvY2tbXQgAAAAIAAAACTUAAAAJNgAAAAQWAAAAHFN5c3RlbS5Db2xsZWN0aW9ucy5BcnJheUxpc3QDAAAABl9pdGVtcwVfc2l6ZQhfdmVyc2lvbgUAAAgICTcAAAABAAAAAQAAAAEfAAAACQAAAAk4AAAACTkAAAABLAAAABYAAAAJOgAAAAEAAAABAAAAETUAAAAAAAAABzYAAAAAAQAAAAAAAAAELENvZ25vcy5DT0MuRGF0YVNvdXJjZS5SZXBvcnREYXRhLkxheW91dEJsb2NrCAAAABA3AAAABAAAAAk7AAAADQMROAAAAAAAAAAHOQAAAAABAAAAAAAAAAQsQ29nbm9zLkNPQy5EYXRhU291cmNlLlJlcG9ydERhdGEuTGF5b3V0QmxvY2sIAAAAEDoAAAAEAAAACTwAAAANAwU7AAAAIUNvZ25vcy5DT0MuRW5naW5lLlJlcG9ydERhdGEuUGFnZQcAAAAKbV9pbXBvcnRlZAptX2luc3RhbmNlBG1fSUQGbV9OYW1lCG1fQm9kaWVzCW1fRm9vdGVycwltX0hlYWRlcnMAAAEBAwMDAQgcU3lzdGVtLkNvbGxlY3Rpb25zLkFycmF5TGlzdBxTeXN0ZW0uQ29sbGVjdGlvbnMuQXJyYXlMaXN0HFN5c3RlbS5Db2xsZWN0aW9ucy5BcnJheUxpc3QIAAAAAQAAAAAGPQAAAAVQYWdlMQk9AAAACT4AAAAJPwAAAAlAAAAAATwAAAA7AAAAAQAAAAAGQQAAAAVQYWdlMQlBAAAACUIAAAAJQwAAAAlEAAAAAT4AAAAWAAAACUUAAAABAAAAAQAAAAE/AAAAFgAAAAlGAAAAAAAAAAAAAAABQAAAABYAAAAJRgAAAAAAAAAAAAAAAUIAAAAWAAAACUcAAAABAAAAAQAAAAFDAAAAFgAAAAlGAAAAAAAAAAAAAAABRAAAABYAAAAJRgAAAAAAAAAAAAAAEEUAAAAEAAAACUkAAAANAxBGAAAAAAAAABBHAAAABAAAAAlKAAAADQMFSQAAACZDb2dub3MuQ09DLkRhdGFTb3VyY2UuUmVwb3J0RGF0YS5DaGFydCcAAAANbV9iYXNlRWxlbWVudA5tX0RhdGFTb3VyY2VJRAptX09iamVjdElkDm1fRnJpZW5kbHlOYW1lBm1fTmFtZRBtX1BvcnRhbFJlcG9ydElEEG1fUG9ydGFsUHJvdmlkZXISbV9Qb3J0YWxQcm92aWRlcklkDW1fTGFzdFVwZGF0ZWQKbV9JbXBvcnRlZAptX1Nob3dJdGVtEm1fSWdub3JlRm9ybWF0dGluZwptX0xvY2F0aW9uDW1fRGVzY3JpcHRpb24LbV9Qcm9wX05hbWUJbV9Qcm9wX0lkDm1fUHJvcF9NZWFzdXJlC21fTGltaXRSb3dzC21fTGltaXRDb2xzDG1fQXV0b1Jlc2l6ZQ9tX1Byb3BfTG9jYXRpb24JbV9wcm9tcHRzDG1fVW5pcXVlTmFtZQxtX1JlbmRlckxlZnQLbV9SZW5kZXJUb3AObV9QYWdlTG9jYXRpb24KbV9pbnN0YW5jZQZtX0dVSUQPbV9EYXRhU291cmNlVVJMEW1fSW5zZXJ0UGFnZUJyZWFrDm1fSW1wb3J0SW5saW5lCm1fQXV0b1NpemUMbV9SZXBlYXRSb3dzD21fSW1wb3J0QXNDaGFydA9tX1BhZ2VCcmVha1R5cGUXbV9TdXBwb3J0U29mdFBhZ2VCcmVha3MPbV9Jc0RlYWRFbGVtZW50Dm1fSXNOZXdFbGVtZW50FG1fUmVuZGVySW1hZ2VzSW5saW5lBAABAQEBAQEAAAAAAQEBAQEAAAABAgEAAAQAAQEAAAAAAAQAAAAALkNvZ25vcy5DT0MuRGF0YVNvdXJjZS5SZXBvcnREYXRhLlJlcG9ydEVsZW1lbnQIAAAACAkBAQEICAEICDBDb2dub3MuQ09DLkVuZ2luZS5SZXBvcnREYXRhLkVsZW1lbnRMb2NhdGlvblR5cGUIAAAACAEBAQEBMENvZ25vcy5DT0MuRW5naW5lLlJlcG9ydERhdGEuUmVwb3J0UGFnZUJyZWFrVHlwZQgAAAABAQEBCAAAAAlLAAAAAAAAAAZMAAAAH1JlZ2lvbmFsIFJpc2tzIGJ5IFJhdGluZyBDb2x1bW4JCwAAAAZOAAAATVJlZ2lvbmFsUmlza3NieVJhdGluZ19SZWdpb25hbFJpc2tzYnlSYXRpbmdDb2x1bW5fUmVnaW9uYWxSaXNrc2J5UmF0aW5nQ29sdW1uCRkAAAAJCwAAAAkYAAAAYhPB2q/Y2gEBAQAGUgAAAA9TbGlkZTIxNDc0ODI1NjgJCwAAAAlOAAAACUwAAAAJCwAAAAAAAABLAAAAAAlSAAAACgkSAAAAFAAAABQAAAAFp////zBDb2dub3MuQ09DLkVuZ2luZS5SZXBvcnREYXRhLkVsZW1lbnRMb2NhdGlvblR5cGUBAAAAB3ZhbHVlX18ACAgAAAACAAAAAAAAAAkEAAAACQ4AAAAAAQEAAAGk////8f///wAAAAAAAAAAAUoAAABJAAAACV0AAAAAAAAABl4AAAAYTG9zc2VzIGJ5IENhdGVnb3J5IERvbnV0CQsAAAAGYAAAAEFMb3NzZXNieUNhdGVnb3J5ZG9udXRfTG9zc2VzYnlDYXRlZ29yeURvbnV0X0xvc3Nlc2J5Q2F0ZWdvcnlEb251dAkvAAAACQsAAAAJGAAAAGITwdqv2NoBAQEABmQAAAAPU2xpZGUyMTQ3NDgyNTY4CQsAAAAJYAAAAAleAAAACQsAAAAAAAAASwAAAAAJZAAAAAoJKAAAABQAAAAUAAAAAZX///+n////AgAAAAAAAAAJBQAAAAkOAAAAAAEBAAABkv////H///8AAAAAAAAAAAVLAAAALkNvZ25vcy5DT0MuRGF0YVNvdXJjZS5SZXBvcnREYXRhLlJlcG9ydEVsZW1lbnQIAAAACW1fQ29sU3BhbhJtX0NvbFNwYW5TcGVjaWZpZWQJbV9Sb3dTcGFuEm1fUm93U3BhblNwZWNpZmllZAdtX1N0eWxlBG1fSUQObV9SZWFkT25seU5hbWUGbV90eXBlAAAAAAYBAQQIAQgBLkNvZ25vcy5DT0MuRW5naW5lLlJlcG9ydERhdGEuUmVwb3J0RWxlbWVudFR5cGUIAAAACAAAAAAAAAAAAAAAAAAJbwAAAAlMAAAACQsAAAAFjv///y5Db2dub3MuQ09DLkVuZ2luZS5SZXBvcnREYXRhLlJlcG9ydEVsZW1lbnRUeXBlAQAAAAd2YWx1ZV9fAAgIAAAABAAAAAFdAAAASwAAAAAAAAAAAAAAAAAJcwAAAAleAAAACQsAAAABiv///47///8EAAAAEW8AAAABAAAABncAAAACUzERcwAAAAEAAAAGeAAAAAJTMQs="/>
</p:tagLst>
</file>

<file path=ppt/theme/theme1.xml><?xml version="1.0" encoding="utf-8"?>
<a:theme xmlns:a="http://schemas.openxmlformats.org/drawingml/2006/main" name="IBM Brand Template 2022 (Microgrid)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Template_2022_Plex_v12" id="{74E459BE-ED66-804A-8662-910104196D28}" vid="{16362FD8-CCFE-7F47-A3C6-77FA7D7D1C94}"/>
    </a:ext>
  </a:extLst>
</a:theme>
</file>

<file path=ppt/theme/theme2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presentation_template_v_1_4_Plex" id="{CD0C5817-EB6A-6C46-8403-24AD582CFD03}" vid="{BF9B21BA-71C2-5045-909D-55899A1DBA68}"/>
    </a:ext>
  </a:extLst>
</a:theme>
</file>

<file path=ppt/theme/theme3.xml><?xml version="1.0" encoding="utf-8"?>
<a:theme xmlns:a="http://schemas.openxmlformats.org/drawingml/2006/main" name="2_IBM Brand Template 2022 (Microgrid)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presentation_template_v_1_0_Plex_embed_REV" id="{210F0D26-36E3-474A-9FFA-BB5DDA14E030}" vid="{F6871AD2-0435-6041-9D94-43572B7E2737}"/>
    </a:ext>
  </a:extLst>
</a:theme>
</file>

<file path=ppt/theme/theme4.xml><?xml version="1.0" encoding="utf-8"?>
<a:theme xmlns:a="http://schemas.openxmlformats.org/drawingml/2006/main" name="8_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Presentation_Template_2022_V01_Plex_Embed" id="{02D7F33A-96F9-3142-BE93-E46CEC147C3D}" vid="{B93A71AE-C97A-F24E-BECE-31FFF7CA650A}"/>
    </a:ext>
  </a:extLst>
</a:theme>
</file>

<file path=ppt/theme/theme5.xml><?xml version="1.0" encoding="utf-8"?>
<a:theme xmlns:a="http://schemas.openxmlformats.org/drawingml/2006/main" name="IBM presentation enablement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BAE6FF"/>
        </a:solidFill>
        <a:ln w="19050">
          <a:noFill/>
          <a:headEnd type="none" w="med" len="med"/>
          <a:tailEnd type="none" w="med" len="med"/>
        </a:ln>
        <a:effectLst/>
      </a:spPr>
      <a:bodyPr vert="horz" wrap="square" lIns="0" tIns="0" rIns="0" bIns="0" numCol="1" rtlCol="0" anchor="t" anchorCtr="0" compatLnSpc="1">
        <a:prstTxWarp prst="textNoShape">
          <a:avLst/>
        </a:prstTxWarp>
      </a:bodyPr>
      <a:lstStyle>
        <a:defPPr marR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tabLst/>
          <a:defRPr kumimoji="0" sz="20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="" xmlns:m="http://schemas.openxmlformats.org/officeDocument/2006/math" xmlns:a14="http://schemas.microsoft.com/office/drawing/2010/main" xmlns:ma14="http://schemas.microsoft.com/office/mac/drawingml/2011/main" xmlns:p="http://schemas.openxmlformats.org/presentationml/2006/main" val="1"/>
          </a:ext>
        </a:extLst>
      </a:spPr>
      <a:bodyPr wrap="square" lIns="0" tIns="0" rIns="0" bIns="0">
        <a:spAutoFit/>
      </a:bodyPr>
      <a:lstStyle>
        <a:defPPr algn="l">
          <a:defRPr i="1" dirty="0" smtClean="0"/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presentation_template_v_1_4_Plex" id="{461DE280-6773-3240-A149-7E3C0A49F9FC}" vid="{119F70B9-3B70-5545-8722-9A4DAAA12CBF}"/>
    </a:ext>
  </a:extLst>
</a:theme>
</file>

<file path=ppt/theme/theme6.xml><?xml version="1.0" encoding="utf-8"?>
<a:theme xmlns:a="http://schemas.openxmlformats.org/drawingml/2006/main" name="3_IBM Brand Template 2022 (Microgrid)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Template_2022_Plex_v12" id="{74E459BE-ED66-804A-8662-910104196D28}" vid="{16362FD8-CCFE-7F47-A3C6-77FA7D7D1C94}"/>
    </a:ext>
  </a:extLst>
</a:theme>
</file>

<file path=ppt/theme/theme7.xml><?xml version="1.0" encoding="utf-8"?>
<a:theme xmlns:a="http://schemas.openxmlformats.org/drawingml/2006/main" name="3_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presentation_template_v_1_4_Plex" id="{CD0C5817-EB6A-6C46-8403-24AD582CFD03}" vid="{BF9B21BA-71C2-5045-909D-55899A1DBA68}"/>
    </a:ext>
  </a:extLst>
</a:theme>
</file>

<file path=ppt/theme/theme8.xml><?xml version="1.0" encoding="utf-8"?>
<a:theme xmlns:a="http://schemas.openxmlformats.org/drawingml/2006/main" name="12_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Presentation_Template_2022_V01_Arial" id="{FEF8B486-0A69-7643-9587-155BF4105706}" vid="{7EE01304-197D-504B-86C9-7EA9E1122F73}"/>
    </a:ext>
  </a:extLst>
</a:theme>
</file>

<file path=ppt/theme/theme9.xml><?xml version="1.0" encoding="utf-8"?>
<a:theme xmlns:a="http://schemas.openxmlformats.org/drawingml/2006/main" name="13_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Apresentação1" id="{F8F070C5-8E27-0E40-8060-0751D3E3B941}" vid="{3D1E2580-CDCB-B94D-88D9-A25308E26F91}"/>
    </a:ext>
  </a:extLst>
</a:theme>
</file>

<file path=ppt/theme/theme10.xml><?xml version="1.0" encoding="utf-8"?>
<a:theme xmlns:a="http://schemas.openxmlformats.org/drawingml/2006/main" name="1_IBM presentation enablement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327600" marR="0" indent="-3276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Char char="•"/>
          <a:tabLst/>
          <a:defRPr kumimoji="0" sz="20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algn="l" defTabSz="2438400">
          <a:buSzPct val="100000"/>
          <a:defRPr sz="2400" dirty="0" smtClean="0">
            <a:cs typeface="Arial" panose="020B0604020202020204" pitchFamily="34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presentation_template_v_1_4_Plex" id="{461DE280-6773-3240-A149-7E3C0A49F9FC}" vid="{119F70B9-3B70-5545-8722-9A4DAAA12CBF}"/>
    </a:ext>
  </a:extLst>
</a:theme>
</file>

<file path=ppt/theme/theme11.xml><?xml version="1.0" encoding="utf-8"?>
<a:theme xmlns:a="http://schemas.openxmlformats.org/drawingml/2006/main" name="9_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Presentation_Template_2022_V01_Plex_Embed" id="{02D7F33A-96F9-3142-BE93-E46CEC147C3D}" vid="{B93A71AE-C97A-F24E-BECE-31FFF7CA650A}"/>
    </a:ext>
  </a:extLst>
</a:theme>
</file>

<file path=ppt/theme/theme12.xml><?xml version="1.0" encoding="utf-8"?>
<a:theme xmlns:a="http://schemas.openxmlformats.org/drawingml/2006/main" name="1_Watson_Brand_Presentation_Template_2020">
  <a:themeElements>
    <a:clrScheme name="Custom 3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6F6F6F"/>
      </a:accent1>
      <a:accent2>
        <a:srgbClr val="0062FF"/>
      </a:accent2>
      <a:accent3>
        <a:srgbClr val="D12765"/>
      </a:accent3>
      <a:accent4>
        <a:srgbClr val="8A3FFC"/>
      </a:accent4>
      <a:accent5>
        <a:srgbClr val="007D79"/>
      </a:accent5>
      <a:accent6>
        <a:srgbClr val="697077"/>
      </a:accent6>
      <a:hlink>
        <a:srgbClr val="408BFC"/>
      </a:hlink>
      <a:folHlink>
        <a:srgbClr val="6EA6F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685983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IBM Plex Sans" charset="0"/>
            <a:ea typeface="IBM Plex Sans" charset="0"/>
            <a:cs typeface="IBM Plex Sans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bg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57002B"/>
    </a:custClr>
    <a:custClr name="Magenta 80">
      <a:srgbClr val="760A3A"/>
    </a:custClr>
    <a:custClr name="Magenta 70">
      <a:srgbClr val="A11950"/>
    </a:custClr>
    <a:custClr name="Magenta 60">
      <a:srgbClr val="D12765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8146B"/>
    </a:custClr>
    <a:custClr name="Purple 80">
      <a:srgbClr val="4F2196"/>
    </a:custClr>
    <a:custClr name="Purple 70">
      <a:srgbClr val="6E32C9"/>
    </a:custClr>
    <a:custClr name="Purple 60">
      <a:srgbClr val="8A3FFC"/>
    </a:custClr>
    <a:custClr name="Purple 50">
      <a:srgbClr val="A66EFA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08BFC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C98"/>
    </a:custClr>
    <a:custClr name="Teal 40">
      <a:srgbClr val="00BAB6"/>
    </a:custClr>
    <a:custClr name="Teal 30">
      <a:srgbClr val="20D5D2"/>
    </a:custClr>
    <a:custClr name="Teal 20">
      <a:srgbClr val="92EEEE"/>
    </a:custClr>
    <a:custClr name="Teal 10">
      <a:srgbClr val="DBFBFB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Watson_Brand_Presentation_Template_2020" id="{F351D475-8CBD-4B3F-B807-7CBEFF312AA9}" vid="{9B619BAE-E3A9-464D-8A4B-6BCC6BF4C196}"/>
    </a:ext>
  </a:extLst>
</a:theme>
</file>

<file path=ppt/theme/theme1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14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IBM Brand Template 2022</Template>
  <TotalTime>122148</TotalTime>
  <Words>519</Words>
  <Application>Microsoft Macintosh PowerPoint</Application>
  <PresentationFormat>On-screen Show (16:9)</PresentationFormat>
  <Paragraphs>50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4</vt:i4>
      </vt:variant>
    </vt:vector>
  </HeadingPairs>
  <TitlesOfParts>
    <vt:vector size="24" baseType="lpstr">
      <vt:lpstr>.AppleSystemUIFont</vt:lpstr>
      <vt:lpstr>HelvNeue Light for IBM</vt:lpstr>
      <vt:lpstr>Arial</vt:lpstr>
      <vt:lpstr>Courier New</vt:lpstr>
      <vt:lpstr>IBM Plex Sans</vt:lpstr>
      <vt:lpstr>IBM Plex Sans ExtLt</vt:lpstr>
      <vt:lpstr>IBM Plex Sans Light</vt:lpstr>
      <vt:lpstr>Wingdings</vt:lpstr>
      <vt:lpstr>IBM Brand Template 2022 (Microgrid)</vt:lpstr>
      <vt:lpstr>IBM presentation template</vt:lpstr>
      <vt:lpstr>2_IBM Brand Template 2022 (Microgrid)</vt:lpstr>
      <vt:lpstr>8_IBM Brand Template 2022</vt:lpstr>
      <vt:lpstr>IBM presentation enablement template</vt:lpstr>
      <vt:lpstr>3_IBM Brand Template 2022 (Microgrid)</vt:lpstr>
      <vt:lpstr>3_IBM presentation template</vt:lpstr>
      <vt:lpstr>12_IBM Brand Template 2022</vt:lpstr>
      <vt:lpstr>13_IBM Brand Template 2022</vt:lpstr>
      <vt:lpstr>1_IBM presentation enablement template</vt:lpstr>
      <vt:lpstr>9_IBM Brand Template 2022</vt:lpstr>
      <vt:lpstr>1_Watson_Brand_Presentation_Template_2020</vt:lpstr>
      <vt:lpstr>Team Transformer Architects IBM watsonx Challenge 2025</vt:lpstr>
      <vt:lpstr>Use Case: TFSA “Smart-Banking” Demo  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watsonx Charllenge 2025 - Team Transformer Architects</dc:title>
  <dc:subject/>
  <dc:creator>Jerry Shao</dc:creator>
  <cp:keywords/>
  <dc:description/>
  <cp:lastModifiedBy>Jerry Shao</cp:lastModifiedBy>
  <cp:revision>581</cp:revision>
  <cp:lastPrinted>2025-02-12T17:04:45Z</cp:lastPrinted>
  <dcterms:created xsi:type="dcterms:W3CDTF">2022-09-06T00:56:48Z</dcterms:created>
  <dcterms:modified xsi:type="dcterms:W3CDTF">2025-08-15T16:54:07Z</dcterms:modified>
  <cp:category/>
</cp:coreProperties>
</file>